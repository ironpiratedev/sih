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9"/>
  </p:notesMasterIdLst>
  <p:handoutMasterIdLst>
    <p:handoutMasterId r:id="rId10"/>
  </p:handoutMasterIdLst>
  <p:sldIdLst>
    <p:sldId id="350" r:id="rId5"/>
    <p:sldId id="361" r:id="rId6"/>
    <p:sldId id="366" r:id="rId7"/>
    <p:sldId id="367"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C783292-CC02-4200-8FA1-5C69F984F4B7}">
          <p14:sldIdLst>
            <p14:sldId id="350"/>
            <p14:sldId id="361"/>
            <p14:sldId id="366"/>
            <p14:sldId id="36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676" autoAdjust="0"/>
    <p:restoredTop sz="95226" autoAdjust="0"/>
  </p:normalViewPr>
  <p:slideViewPr>
    <p:cSldViewPr snapToGrid="0">
      <p:cViewPr>
        <p:scale>
          <a:sx n="66" d="100"/>
          <a:sy n="66" d="100"/>
        </p:scale>
        <p:origin x="1666" y="384"/>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5B66E5-15AA-4745-8A67-3CE257BEE3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4" name="Footer Placeholder 3">
            <a:extLst>
              <a:ext uri="{FF2B5EF4-FFF2-40B4-BE49-F238E27FC236}">
                <a16:creationId xmlns:a16="http://schemas.microsoft.com/office/drawing/2014/main" id="{AC844A45-21B3-834A-A491-E4E4B9DC11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C039FDB-18A0-074D-8BA3-A4C3DE896AF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E6D13E5-4CEC-3A4A-8E5D-AFCEE7512EEC}" type="slidenum">
              <a:t>‹#›</a:t>
            </a:fld>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10/30/2023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anchor="b">
            <a:noAutofit/>
          </a:bodyPr>
          <a:lstStyle>
            <a:lvl1pPr algn="l">
              <a:defRPr sz="6000" b="1" i="0" spc="100" baseline="0">
                <a:solidFill>
                  <a:schemeClr val="bg1"/>
                </a:solidFill>
                <a:latin typeface="+mj-lt"/>
              </a:defRPr>
            </a:lvl1pPr>
          </a:lstStyle>
          <a:p>
            <a:r>
              <a:rPr lang="en-US"/>
              <a:t>Click to edit Master title style</a:t>
            </a:r>
            <a:endParaRPr lang="en-US" dirty="0"/>
          </a:p>
        </p:txBody>
      </p:sp>
      <p:grpSp>
        <p:nvGrpSpPr>
          <p:cNvPr id="9" name="Group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a:r>
              <a:rPr lang="en-US"/>
              <a:t>Click to edit Master text styles</a:t>
            </a:r>
          </a:p>
        </p:txBody>
      </p:sp>
      <p:cxnSp>
        <p:nvCxnSpPr>
          <p:cNvPr id="13" name="Straight Connector 12">
            <a:extLst>
              <a:ext uri="{FF2B5EF4-FFF2-40B4-BE49-F238E27FC236}">
                <a16:creationId xmlns:a16="http://schemas.microsoft.com/office/drawing/2014/main" id="{A69706A2-3726-FE4E-B923-E75D48597816}"/>
              </a:ext>
            </a:extLst>
          </p:cNvPr>
          <p:cNvCxnSpPr>
            <a:cxnSpLocks/>
          </p:cNvCxnSpPr>
          <p:nvPr userDrawn="1"/>
        </p:nvCxnSpPr>
        <p:spPr>
          <a:xfrm>
            <a:off x="5839833" y="578434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27108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spc="50" baseline="0">
                <a:latin typeface="+mj-lt"/>
              </a:defRPr>
            </a:lvl1pPr>
          </a:lstStyle>
          <a:p>
            <a:r>
              <a:rPr lang="en-US"/>
              <a:t>Click to edit Master title style</a:t>
            </a:r>
            <a:endParaRPr lang="en-US" dirty="0"/>
          </a:p>
        </p:txBody>
      </p:sp>
      <p:cxnSp>
        <p:nvCxnSpPr>
          <p:cNvPr id="13" name="Straight Connector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Text Placeholder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5" name="Text Placeholder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16" name="Straight Connector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Text Placeholder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8" name="Text Placeholder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20" name="Straight Connector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Text Placeholder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2" name="Text Placeholder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23" name="Straight Connector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Text Placeholder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5" name="Text Placeholder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26" name="Straight Connector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Text Placeholder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8" name="Text Placeholder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2" name="Date Placeholder 1">
            <a:extLst>
              <a:ext uri="{FF2B5EF4-FFF2-40B4-BE49-F238E27FC236}">
                <a16:creationId xmlns:a16="http://schemas.microsoft.com/office/drawing/2014/main" id="{62655503-4608-4F79-A5D4-B2F67958F263}"/>
              </a:ext>
            </a:extLst>
          </p:cNvPr>
          <p:cNvSpPr>
            <a:spLocks noGrp="1"/>
          </p:cNvSpPr>
          <p:nvPr>
            <p:ph type="dt" sz="half" idx="25"/>
          </p:nvPr>
        </p:nvSpPr>
        <p:spPr/>
        <p:txBody>
          <a:bodyPr/>
          <a:lstStyle/>
          <a:p>
            <a:fld id="{6FCA8E82-58CD-E045-8B98-B7A85B79B752}" type="datetime4">
              <a:rPr lang="en-US" smtClean="0"/>
              <a:pPr/>
              <a:t>October 30, 2023</a:t>
            </a:fld>
            <a:endParaRPr lang="en-US" dirty="0">
              <a:latin typeface="+mn-lt"/>
            </a:endParaRPr>
          </a:p>
        </p:txBody>
      </p:sp>
      <p:sp>
        <p:nvSpPr>
          <p:cNvPr id="3" name="Footer Placeholder 2">
            <a:extLst>
              <a:ext uri="{FF2B5EF4-FFF2-40B4-BE49-F238E27FC236}">
                <a16:creationId xmlns:a16="http://schemas.microsoft.com/office/drawing/2014/main" id="{9DAFA395-FE4C-4A99-A74E-57757D8473E1}"/>
              </a:ext>
            </a:extLst>
          </p:cNvPr>
          <p:cNvSpPr>
            <a:spLocks noGrp="1"/>
          </p:cNvSpPr>
          <p:nvPr>
            <p:ph type="ftr" sz="quarter" idx="26"/>
          </p:nvPr>
        </p:nvSpPr>
        <p:spPr/>
        <p:txBody>
          <a:bodyPr/>
          <a:lstStyle/>
          <a:p>
            <a:r>
              <a:rPr lang="en-US"/>
              <a:t>Annual Review</a:t>
            </a:r>
            <a:endParaRPr lang="en-US" b="0" dirty="0"/>
          </a:p>
        </p:txBody>
      </p:sp>
      <p:sp>
        <p:nvSpPr>
          <p:cNvPr id="4" name="Slide Number Placeholder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4093066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reeform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6" name="Freeform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9" name="Freeform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4" name="Picture Placeholder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a:lstStyle/>
          <a:p>
            <a:r>
              <a:rPr lang="en-US"/>
              <a:t>Click icon to add picture</a:t>
            </a:r>
            <a:endParaRPr lang="en-US" dirty="0"/>
          </a:p>
        </p:txBody>
      </p:sp>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cxnSp>
        <p:nvCxnSpPr>
          <p:cNvPr id="17" name="Straight Connector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 name="Date Placeholder 1">
            <a:extLst>
              <a:ext uri="{FF2B5EF4-FFF2-40B4-BE49-F238E27FC236}">
                <a16:creationId xmlns:a16="http://schemas.microsoft.com/office/drawing/2014/main" id="{CA64E0B3-57C5-4DAF-8531-F39610E77C09}"/>
              </a:ext>
            </a:extLst>
          </p:cNvPr>
          <p:cNvSpPr>
            <a:spLocks noGrp="1"/>
          </p:cNvSpPr>
          <p:nvPr>
            <p:ph type="dt" sz="half" idx="14"/>
          </p:nvPr>
        </p:nvSpPr>
        <p:spPr/>
        <p:txBody>
          <a:bodyPr/>
          <a:lstStyle/>
          <a:p>
            <a:fld id="{6FCA8E82-58CD-E045-8B98-B7A85B79B752}" type="datetime4">
              <a:rPr lang="en-US" smtClean="0"/>
              <a:pPr/>
              <a:t>October 30, 2023</a:t>
            </a:fld>
            <a:endParaRPr lang="en-US" dirty="0">
              <a:latin typeface="+mn-lt"/>
            </a:endParaRPr>
          </a:p>
        </p:txBody>
      </p:sp>
      <p:sp>
        <p:nvSpPr>
          <p:cNvPr id="3" name="Footer Placeholder 2">
            <a:extLst>
              <a:ext uri="{FF2B5EF4-FFF2-40B4-BE49-F238E27FC236}">
                <a16:creationId xmlns:a16="http://schemas.microsoft.com/office/drawing/2014/main" id="{B7E0EC46-C626-4D58-AB64-0B3B850D1482}"/>
              </a:ext>
            </a:extLst>
          </p:cNvPr>
          <p:cNvSpPr>
            <a:spLocks noGrp="1"/>
          </p:cNvSpPr>
          <p:nvPr>
            <p:ph type="ftr" sz="quarter" idx="15"/>
          </p:nvPr>
        </p:nvSpPr>
        <p:spPr/>
        <p:txBody>
          <a:bodyPr/>
          <a:lstStyle/>
          <a:p>
            <a:r>
              <a:rPr lang="en-US"/>
              <a:t>Annual Review</a:t>
            </a:r>
            <a:endParaRPr lang="en-US" b="0" dirty="0"/>
          </a:p>
        </p:txBody>
      </p:sp>
      <p:sp>
        <p:nvSpPr>
          <p:cNvPr id="4" name="Slide Number Placeholder 3">
            <a:extLst>
              <a:ext uri="{FF2B5EF4-FFF2-40B4-BE49-F238E27FC236}">
                <a16:creationId xmlns:a16="http://schemas.microsoft.com/office/drawing/2014/main" id="{8F25D00C-8F5C-4528-87FA-F9431D967555}"/>
              </a:ext>
            </a:extLst>
          </p:cNvPr>
          <p:cNvSpPr>
            <a:spLocks noGrp="1"/>
          </p:cNvSpPr>
          <p:nvPr>
            <p:ph type="sldNum" sz="quarter" idx="16"/>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3073769527"/>
      </p:ext>
    </p:extLst>
  </p:cSld>
  <p:clrMapOvr>
    <a:masterClrMapping/>
  </p:clrMapOvr>
  <p:extLst>
    <p:ext uri="{DCECCB84-F9BA-43D5-87BE-67443E8EF086}">
      <p15:sldGuideLst xmlns:p15="http://schemas.microsoft.com/office/powerpoint/2012/main">
        <p15:guide id="1" pos="600">
          <p15:clr>
            <a:srgbClr val="FBAE40"/>
          </p15:clr>
        </p15:guide>
        <p15:guide id="6" pos="3480" userDrawn="1">
          <p15:clr>
            <a:srgbClr val="FBAE40"/>
          </p15:clr>
        </p15:guide>
        <p15:guide id="7" orient="horz" pos="1440" userDrawn="1">
          <p15:clr>
            <a:srgbClr val="FBAE40"/>
          </p15:clr>
        </p15:guide>
        <p15:guide id="9" orient="horz" pos="1224" userDrawn="1">
          <p15:clr>
            <a:srgbClr val="FBAE40"/>
          </p15:clr>
        </p15:guide>
        <p15:guide id="10" orient="horz" pos="55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reak">
    <p:bg>
      <p:bgPr>
        <a:solidFill>
          <a:schemeClr val="tx1"/>
        </a:solidFill>
        <a:effectLst/>
      </p:bgPr>
    </p:bg>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anchor="b" anchorCtr="0">
            <a:normAutofit/>
          </a:bodyPr>
          <a:lstStyle>
            <a:lvl1pPr>
              <a:defRPr sz="4100" b="1" i="0" baseline="0">
                <a:solidFill>
                  <a:schemeClr val="tx1"/>
                </a:solidFill>
                <a:latin typeface="+mj-lt"/>
              </a:defRPr>
            </a:lvl1pPr>
          </a:lstStyle>
          <a:p>
            <a:r>
              <a:rPr lang="en-US"/>
              <a:t>Click to edit Master title style</a:t>
            </a:r>
            <a:endParaRPr lang="en-US" dirty="0"/>
          </a:p>
        </p:txBody>
      </p:sp>
      <p:cxnSp>
        <p:nvCxnSpPr>
          <p:cNvPr id="20" name="Straight Connector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oup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reeform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4" name="Freeform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5" name="Freeform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p14="http://schemas.microsoft.com/office/powerpoint/2010/main" val="2357889184"/>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tx1"/>
        </a:solidFill>
        <a:effectLst/>
      </p:bgPr>
    </p:bg>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a:lstStyle>
            <a:lvl1pPr>
              <a:defRPr>
                <a:solidFill>
                  <a:schemeClr val="tx1"/>
                </a:solidFill>
              </a:defRPr>
            </a:lvl1pPr>
          </a:lstStyle>
          <a:p>
            <a:r>
              <a:rPr lang="en-US"/>
              <a:t>Click icon to add chart</a:t>
            </a:r>
            <a:endParaRPr lang="en-US" dirty="0"/>
          </a:p>
        </p:txBody>
      </p:sp>
      <p:sp>
        <p:nvSpPr>
          <p:cNvPr id="16" name="Title 1">
            <a:extLst>
              <a:ext uri="{FF2B5EF4-FFF2-40B4-BE49-F238E27FC236}">
                <a16:creationId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endParaRPr lang="en-US" dirty="0"/>
          </a:p>
        </p:txBody>
      </p:sp>
      <p:sp>
        <p:nvSpPr>
          <p:cNvPr id="2" name="Date Placeholder 1">
            <a:extLst>
              <a:ext uri="{FF2B5EF4-FFF2-40B4-BE49-F238E27FC236}">
                <a16:creationId xmlns:a16="http://schemas.microsoft.com/office/drawing/2014/main" id="{371012B1-809A-45CE-9FED-46D08DC8C42B}"/>
              </a:ext>
            </a:extLst>
          </p:cNvPr>
          <p:cNvSpPr>
            <a:spLocks noGrp="1"/>
          </p:cNvSpPr>
          <p:nvPr>
            <p:ph type="dt" sz="half" idx="11"/>
          </p:nvPr>
        </p:nvSpPr>
        <p:spPr/>
        <p:txBody>
          <a:bodyPr/>
          <a:lstStyle/>
          <a:p>
            <a:fld id="{6FCA8E82-58CD-E045-8B98-B7A85B79B752}" type="datetime4">
              <a:rPr lang="en-US" smtClean="0"/>
              <a:pPr/>
              <a:t>October 30, 2023</a:t>
            </a:fld>
            <a:endParaRPr lang="en-US" dirty="0">
              <a:latin typeface="+mn-lt"/>
            </a:endParaRPr>
          </a:p>
        </p:txBody>
      </p:sp>
      <p:sp>
        <p:nvSpPr>
          <p:cNvPr id="3" name="Footer Placeholder 2">
            <a:extLst>
              <a:ext uri="{FF2B5EF4-FFF2-40B4-BE49-F238E27FC236}">
                <a16:creationId xmlns:a16="http://schemas.microsoft.com/office/drawing/2014/main" id="{3FB6FA27-6601-4107-A3C9-808CB4430246}"/>
              </a:ext>
            </a:extLst>
          </p:cNvPr>
          <p:cNvSpPr>
            <a:spLocks noGrp="1"/>
          </p:cNvSpPr>
          <p:nvPr>
            <p:ph type="ftr" sz="quarter" idx="12"/>
          </p:nvPr>
        </p:nvSpPr>
        <p:spPr/>
        <p:txBody>
          <a:bodyPr/>
          <a:lstStyle/>
          <a:p>
            <a:r>
              <a:rPr lang="en-US"/>
              <a:t>Annual Review</a:t>
            </a:r>
            <a:endParaRPr lang="en-US" b="0" dirty="0"/>
          </a:p>
        </p:txBody>
      </p:sp>
      <p:sp>
        <p:nvSpPr>
          <p:cNvPr id="4" name="Slide Number Placeholder 3">
            <a:extLst>
              <a:ext uri="{FF2B5EF4-FFF2-40B4-BE49-F238E27FC236}">
                <a16:creationId xmlns:a16="http://schemas.microsoft.com/office/drawing/2014/main" id="{0919432A-F8B5-4A96-AEE6-2E159658D5DD}"/>
              </a:ext>
            </a:extLst>
          </p:cNvPr>
          <p:cNvSpPr>
            <a:spLocks noGrp="1"/>
          </p:cNvSpPr>
          <p:nvPr>
            <p:ph type="sldNum" sz="quarter" idx="13"/>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2065862895"/>
      </p:ext>
    </p:extLst>
  </p:cSld>
  <p:clrMapOvr>
    <a:masterClrMapping/>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1392" userDrawn="1">
          <p15:clr>
            <a:srgbClr val="FBAE40"/>
          </p15:clr>
        </p15:guide>
        <p15:guide id="10" orient="horz" pos="55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endParaRPr lang="en-US" dirty="0"/>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a:lstStyle/>
          <a:p>
            <a:r>
              <a:rPr lang="en-US"/>
              <a:t>Click icon to add table</a:t>
            </a:r>
            <a:endParaRPr lang="en-US" dirty="0"/>
          </a:p>
        </p:txBody>
      </p:sp>
      <p:sp>
        <p:nvSpPr>
          <p:cNvPr id="2" name="Date Placeholder 1">
            <a:extLst>
              <a:ext uri="{FF2B5EF4-FFF2-40B4-BE49-F238E27FC236}">
                <a16:creationId xmlns:a16="http://schemas.microsoft.com/office/drawing/2014/main" id="{9B2411D2-78FE-46C1-9EA9-C6A882903B53}"/>
              </a:ext>
            </a:extLst>
          </p:cNvPr>
          <p:cNvSpPr>
            <a:spLocks noGrp="1"/>
          </p:cNvSpPr>
          <p:nvPr>
            <p:ph type="dt" sz="half" idx="11"/>
          </p:nvPr>
        </p:nvSpPr>
        <p:spPr/>
        <p:txBody>
          <a:bodyPr/>
          <a:lstStyle/>
          <a:p>
            <a:fld id="{6FCA8E82-58CD-E045-8B98-B7A85B79B752}" type="datetime4">
              <a:rPr lang="en-US" smtClean="0"/>
              <a:pPr/>
              <a:t>October 30, 2023</a:t>
            </a:fld>
            <a:endParaRPr lang="en-US" dirty="0">
              <a:latin typeface="+mn-lt"/>
            </a:endParaRPr>
          </a:p>
        </p:txBody>
      </p:sp>
      <p:sp>
        <p:nvSpPr>
          <p:cNvPr id="3" name="Footer Placeholder 2">
            <a:extLst>
              <a:ext uri="{FF2B5EF4-FFF2-40B4-BE49-F238E27FC236}">
                <a16:creationId xmlns:a16="http://schemas.microsoft.com/office/drawing/2014/main" id="{C04DAF8F-82DB-4DBE-9041-71217A4516CB}"/>
              </a:ext>
            </a:extLst>
          </p:cNvPr>
          <p:cNvSpPr>
            <a:spLocks noGrp="1"/>
          </p:cNvSpPr>
          <p:nvPr>
            <p:ph type="ftr" sz="quarter" idx="12"/>
          </p:nvPr>
        </p:nvSpPr>
        <p:spPr/>
        <p:txBody>
          <a:bodyPr/>
          <a:lstStyle/>
          <a:p>
            <a:r>
              <a:rPr lang="en-US"/>
              <a:t>Annual Review</a:t>
            </a:r>
            <a:endParaRPr lang="en-US" b="0" dirty="0"/>
          </a:p>
        </p:txBody>
      </p:sp>
      <p:sp>
        <p:nvSpPr>
          <p:cNvPr id="4" name="Slide Number Placeholder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340131073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anchor="t" anchorCtr="0">
            <a:normAutofit/>
          </a:bodyPr>
          <a:lstStyle>
            <a:lvl1pPr>
              <a:lnSpc>
                <a:spcPct val="100000"/>
              </a:lnSpc>
              <a:defRPr sz="2800" b="0" i="0">
                <a:solidFill>
                  <a:schemeClr val="bg1"/>
                </a:solidFill>
                <a:latin typeface="+mn-lt"/>
              </a:defRPr>
            </a:lvl1pPr>
          </a:lstStyle>
          <a:p>
            <a:r>
              <a:rPr lang="en-US"/>
              <a:t>Click to edit Master title style</a:t>
            </a:r>
            <a:endParaRPr lang="en-US" dirty="0"/>
          </a:p>
        </p:txBody>
      </p:sp>
      <p:sp>
        <p:nvSpPr>
          <p:cNvPr id="10" name="TextBox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r>
              <a:rPr lang="en-US" sz="20000" b="1" dirty="0">
                <a:solidFill>
                  <a:schemeClr val="bg1"/>
                </a:solidFill>
              </a:rPr>
              <a:t>“</a:t>
            </a:r>
          </a:p>
        </p:txBody>
      </p:sp>
      <p:grpSp>
        <p:nvGrpSpPr>
          <p:cNvPr id="18" name="Group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Shape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0" name="Freeform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23" name="Freeform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grpSp>
        <p:nvGrpSpPr>
          <p:cNvPr id="24" name="Group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reeform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6" name="Freeform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7" name="Freeform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p14="http://schemas.microsoft.com/office/powerpoint/2010/main" val="1447829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560">
          <p15:clr>
            <a:srgbClr val="FBAE40"/>
          </p15:clr>
        </p15:guide>
        <p15:guide id="8" orient="horz" pos="1752" userDrawn="1">
          <p15:clr>
            <a:srgbClr val="FBAE40"/>
          </p15:clr>
        </p15:guide>
        <p15:guide id="9" orient="horz" pos="124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bg>
      <p:bgPr>
        <a:solidFill>
          <a:schemeClr val="tx1"/>
        </a:solidFill>
        <a:effectLst/>
      </p:bgPr>
    </p:bg>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reeform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7" name="Freeform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6" name="Freeform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8" name="Picture Placeholder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a:lstStyle/>
          <a:p>
            <a:r>
              <a:rPr lang="en-US"/>
              <a:t>Click icon to add picture</a:t>
            </a:r>
            <a:endParaRPr lang="en-US" dirty="0"/>
          </a:p>
        </p:txBody>
      </p:sp>
      <p:sp>
        <p:nvSpPr>
          <p:cNvPr id="61" name="Title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endParaRPr lang="en-US" dirty="0"/>
          </a:p>
        </p:txBody>
      </p:sp>
      <p:cxnSp>
        <p:nvCxnSpPr>
          <p:cNvPr id="62" name="Straight Connector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Picture Placeholder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a:lstStyle/>
          <a:p>
            <a:r>
              <a:rPr lang="en-US"/>
              <a:t>Click icon to add picture</a:t>
            </a:r>
            <a:endParaRPr lang="en-US" dirty="0"/>
          </a:p>
        </p:txBody>
      </p:sp>
      <p:sp>
        <p:nvSpPr>
          <p:cNvPr id="72" name="Text Placeholder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3" name="Text Placeholder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74" name="Text Placeholder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5" name="Text Placeholder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76" name="Text Placeholder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7" name="Text Placeholder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78" name="Text Placeholder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9" name="Text Placeholder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grpSp>
        <p:nvGrpSpPr>
          <p:cNvPr id="23" name="Group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Shape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9" name="Freeform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0" name="Freeform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1" name="Freeform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32" name="Freeform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66" name="Picture Placeholder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a:lstStyle/>
          <a:p>
            <a:r>
              <a:rPr lang="en-US"/>
              <a:t>Click icon to add picture</a:t>
            </a:r>
            <a:endParaRPr lang="en-US" dirty="0"/>
          </a:p>
        </p:txBody>
      </p:sp>
      <p:sp>
        <p:nvSpPr>
          <p:cNvPr id="69" name="Picture Placeholder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a:lstStyle/>
          <a:p>
            <a:r>
              <a:rPr lang="en-US"/>
              <a:t>Click icon to add picture</a:t>
            </a:r>
            <a:endParaRPr lang="en-US" dirty="0"/>
          </a:p>
        </p:txBody>
      </p:sp>
      <p:sp>
        <p:nvSpPr>
          <p:cNvPr id="2" name="Date Placeholder 1">
            <a:extLst>
              <a:ext uri="{FF2B5EF4-FFF2-40B4-BE49-F238E27FC236}">
                <a16:creationId xmlns:a16="http://schemas.microsoft.com/office/drawing/2014/main" id="{8ED89364-B1CB-4E72-A6BB-95A34B50661C}"/>
              </a:ext>
            </a:extLst>
          </p:cNvPr>
          <p:cNvSpPr>
            <a:spLocks noGrp="1"/>
          </p:cNvSpPr>
          <p:nvPr>
            <p:ph type="dt" sz="half" idx="32"/>
          </p:nvPr>
        </p:nvSpPr>
        <p:spPr/>
        <p:txBody>
          <a:bodyPr/>
          <a:lstStyle/>
          <a:p>
            <a:fld id="{6FCA8E82-58CD-E045-8B98-B7A85B79B752}" type="datetime4">
              <a:rPr lang="en-US" smtClean="0"/>
              <a:pPr/>
              <a:t>October 30, 2023</a:t>
            </a:fld>
            <a:endParaRPr lang="en-US" dirty="0">
              <a:latin typeface="+mn-lt"/>
            </a:endParaRPr>
          </a:p>
        </p:txBody>
      </p:sp>
      <p:sp>
        <p:nvSpPr>
          <p:cNvPr id="3" name="Footer Placeholder 2">
            <a:extLst>
              <a:ext uri="{FF2B5EF4-FFF2-40B4-BE49-F238E27FC236}">
                <a16:creationId xmlns:a16="http://schemas.microsoft.com/office/drawing/2014/main" id="{8E09328F-B310-4BF3-883E-BA9A39676AF2}"/>
              </a:ext>
            </a:extLst>
          </p:cNvPr>
          <p:cNvSpPr>
            <a:spLocks noGrp="1"/>
          </p:cNvSpPr>
          <p:nvPr>
            <p:ph type="ftr" sz="quarter" idx="33"/>
          </p:nvPr>
        </p:nvSpPr>
        <p:spPr/>
        <p:txBody>
          <a:bodyPr/>
          <a:lstStyle/>
          <a:p>
            <a:r>
              <a:rPr lang="en-US"/>
              <a:t>Annual Review</a:t>
            </a:r>
            <a:endParaRPr lang="en-US" b="0" dirty="0"/>
          </a:p>
        </p:txBody>
      </p:sp>
      <p:sp>
        <p:nvSpPr>
          <p:cNvPr id="4" name="Slide Number Placeholder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9963624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304" userDrawn="1">
          <p15:clr>
            <a:srgbClr val="FBAE40"/>
          </p15:clr>
        </p15:guide>
        <p15:guide id="4" pos="4008" userDrawn="1">
          <p15:clr>
            <a:srgbClr val="FBAE40"/>
          </p15:clr>
        </p15:guide>
        <p15:guide id="5" pos="1944" userDrawn="1">
          <p15:clr>
            <a:srgbClr val="FBAE40"/>
          </p15:clr>
        </p15:guide>
        <p15:guide id="6" pos="3648" userDrawn="1">
          <p15:clr>
            <a:srgbClr val="FBAE40"/>
          </p15:clr>
        </p15:guide>
        <p15:guide id="7" orient="horz" pos="1392" userDrawn="1">
          <p15:clr>
            <a:srgbClr val="FBAE40"/>
          </p15:clr>
        </p15:guide>
        <p15:guide id="8" orient="horz" pos="552" userDrawn="1">
          <p15:clr>
            <a:srgbClr val="FBAE40"/>
          </p15:clr>
        </p15:guide>
        <p15:guide id="9" orient="horz" pos="1224" userDrawn="1">
          <p15:clr>
            <a:srgbClr val="FBAE40"/>
          </p15:clr>
        </p15:guide>
        <p15:guide id="10" pos="5352" userDrawn="1">
          <p15:clr>
            <a:srgbClr val="FBAE40"/>
          </p15:clr>
        </p15:guide>
        <p15:guide id="11" pos="5736" userDrawn="1">
          <p15:clr>
            <a:srgbClr val="FBAE40"/>
          </p15:clr>
        </p15:guide>
        <p15:guide id="12" orient="horz" pos="2904" userDrawn="1">
          <p15:clr>
            <a:srgbClr val="FBAE40"/>
          </p15:clr>
        </p15:guide>
        <p15:guide id="13" orient="horz" pos="160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meline ">
    <p:bg>
      <p:bgPr>
        <a:solidFill>
          <a:schemeClr val="tx1"/>
        </a:solidFill>
        <a:effectLst/>
      </p:bgPr>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6EEE005-F78A-9D4F-B159-964376C387DD}"/>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endParaRPr lang="en-US" dirty="0"/>
          </a:p>
        </p:txBody>
      </p:sp>
      <p:sp>
        <p:nvSpPr>
          <p:cNvPr id="96" name="Text Placeholder 29">
            <a:extLst>
              <a:ext uri="{FF2B5EF4-FFF2-40B4-BE49-F238E27FC236}">
                <a16:creationId xmlns:a16="http://schemas.microsoft.com/office/drawing/2014/main" id="{FC61536F-8EA7-5A48-AF76-8B0E251BD8CB}"/>
              </a:ext>
            </a:extLst>
          </p:cNvPr>
          <p:cNvSpPr>
            <a:spLocks noGrp="1"/>
          </p:cNvSpPr>
          <p:nvPr>
            <p:ph type="body" sz="quarter" idx="12"/>
          </p:nvPr>
        </p:nvSpPr>
        <p:spPr>
          <a:xfrm>
            <a:off x="1296955" y="2934856"/>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97" name="Text Placeholder 29">
            <a:extLst>
              <a:ext uri="{FF2B5EF4-FFF2-40B4-BE49-F238E27FC236}">
                <a16:creationId xmlns:a16="http://schemas.microsoft.com/office/drawing/2014/main" id="{64FFD994-BD97-ED49-8607-286ECBB1CDA3}"/>
              </a:ext>
            </a:extLst>
          </p:cNvPr>
          <p:cNvSpPr>
            <a:spLocks noGrp="1"/>
          </p:cNvSpPr>
          <p:nvPr>
            <p:ph type="body" sz="quarter" idx="11"/>
          </p:nvPr>
        </p:nvSpPr>
        <p:spPr>
          <a:xfrm>
            <a:off x="1296955" y="2568686"/>
            <a:ext cx="2133600" cy="205837"/>
          </a:xfrm>
          <a:ln>
            <a:noFill/>
          </a:ln>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102" name="Text Placeholder 29">
            <a:extLst>
              <a:ext uri="{FF2B5EF4-FFF2-40B4-BE49-F238E27FC236}">
                <a16:creationId xmlns:a16="http://schemas.microsoft.com/office/drawing/2014/main" id="{D1ADE805-BFBC-ED47-B9CB-6CB2FF02E868}"/>
              </a:ext>
            </a:extLst>
          </p:cNvPr>
          <p:cNvSpPr>
            <a:spLocks noGrp="1"/>
          </p:cNvSpPr>
          <p:nvPr>
            <p:ph type="body" sz="quarter" idx="30"/>
          </p:nvPr>
        </p:nvSpPr>
        <p:spPr>
          <a:xfrm>
            <a:off x="3897799" y="5087328"/>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03" name="Text Placeholder 29">
            <a:extLst>
              <a:ext uri="{FF2B5EF4-FFF2-40B4-BE49-F238E27FC236}">
                <a16:creationId xmlns:a16="http://schemas.microsoft.com/office/drawing/2014/main" id="{334A3589-641F-F547-891B-149579153B75}"/>
              </a:ext>
            </a:extLst>
          </p:cNvPr>
          <p:cNvSpPr>
            <a:spLocks noGrp="1"/>
          </p:cNvSpPr>
          <p:nvPr>
            <p:ph type="body" sz="quarter" idx="3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a:spcBef>
                <a:spcPts val="400"/>
              </a:spcBef>
              <a:buNone/>
            </a:pPr>
            <a:r>
              <a:rPr lang="en-US"/>
              <a:t>Click to edit Master text styles</a:t>
            </a:r>
          </a:p>
        </p:txBody>
      </p:sp>
      <p:sp>
        <p:nvSpPr>
          <p:cNvPr id="106" name="Text Placeholder 29">
            <a:extLst>
              <a:ext uri="{FF2B5EF4-FFF2-40B4-BE49-F238E27FC236}">
                <a16:creationId xmlns:a16="http://schemas.microsoft.com/office/drawing/2014/main" id="{A63F8454-D12E-A641-ABD0-8977D3F5EC05}"/>
              </a:ext>
            </a:extLst>
          </p:cNvPr>
          <p:cNvSpPr>
            <a:spLocks noGrp="1"/>
          </p:cNvSpPr>
          <p:nvPr>
            <p:ph type="body" sz="quarter" idx="32"/>
          </p:nvPr>
        </p:nvSpPr>
        <p:spPr>
          <a:xfrm>
            <a:off x="9001711" y="5087328"/>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07" name="Text Placeholder 29">
            <a:extLst>
              <a:ext uri="{FF2B5EF4-FFF2-40B4-BE49-F238E27FC236}">
                <a16:creationId xmlns:a16="http://schemas.microsoft.com/office/drawing/2014/main" id="{F35AA15D-DBAD-9840-8764-A5B6D486A234}"/>
              </a:ext>
            </a:extLst>
          </p:cNvPr>
          <p:cNvSpPr>
            <a:spLocks noGrp="1"/>
          </p:cNvSpPr>
          <p:nvPr>
            <p:ph type="body" sz="quarter" idx="33"/>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a:spcBef>
                <a:spcPts val="400"/>
              </a:spcBef>
              <a:buNone/>
            </a:pPr>
            <a:r>
              <a:rPr lang="en-US"/>
              <a:t>Click to edit Master text styles</a:t>
            </a:r>
          </a:p>
        </p:txBody>
      </p:sp>
      <p:sp>
        <p:nvSpPr>
          <p:cNvPr id="108" name="Text Placeholder 29">
            <a:extLst>
              <a:ext uri="{FF2B5EF4-FFF2-40B4-BE49-F238E27FC236}">
                <a16:creationId xmlns:a16="http://schemas.microsoft.com/office/drawing/2014/main" id="{8357CA0F-1A55-B145-8305-562F0DF22543}"/>
              </a:ext>
            </a:extLst>
          </p:cNvPr>
          <p:cNvSpPr>
            <a:spLocks noGrp="1"/>
          </p:cNvSpPr>
          <p:nvPr>
            <p:ph type="body" sz="quarter" idx="34"/>
          </p:nvPr>
        </p:nvSpPr>
        <p:spPr>
          <a:xfrm>
            <a:off x="6438143" y="2934856"/>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09" name="Text Placeholder 29">
            <a:extLst>
              <a:ext uri="{FF2B5EF4-FFF2-40B4-BE49-F238E27FC236}">
                <a16:creationId xmlns:a16="http://schemas.microsoft.com/office/drawing/2014/main" id="{D6C49F6F-AF28-8942-8442-8F54A1DC388B}"/>
              </a:ext>
            </a:extLst>
          </p:cNvPr>
          <p:cNvSpPr>
            <a:spLocks noGrp="1"/>
          </p:cNvSpPr>
          <p:nvPr>
            <p:ph type="body" sz="quarter" idx="35"/>
          </p:nvPr>
        </p:nvSpPr>
        <p:spPr>
          <a:xfrm>
            <a:off x="6438143" y="2568686"/>
            <a:ext cx="2133600" cy="205837"/>
          </a:xfrm>
          <a:ln>
            <a:noFill/>
          </a:ln>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8" name="Straight Connector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Date Placeholder 1">
            <a:extLst>
              <a:ext uri="{FF2B5EF4-FFF2-40B4-BE49-F238E27FC236}">
                <a16:creationId xmlns:a16="http://schemas.microsoft.com/office/drawing/2014/main" id="{21DC2552-C347-4C3D-8C92-4A6981227C0E}"/>
              </a:ext>
            </a:extLst>
          </p:cNvPr>
          <p:cNvSpPr>
            <a:spLocks noGrp="1"/>
          </p:cNvSpPr>
          <p:nvPr>
            <p:ph type="dt" sz="half" idx="36"/>
          </p:nvPr>
        </p:nvSpPr>
        <p:spPr/>
        <p:txBody>
          <a:bodyPr/>
          <a:lstStyle/>
          <a:p>
            <a:fld id="{6FCA8E82-58CD-E045-8B98-B7A85B79B752}" type="datetime4">
              <a:rPr lang="en-US" smtClean="0"/>
              <a:pPr/>
              <a:t>October 30, 2023</a:t>
            </a:fld>
            <a:endParaRPr lang="en-US" dirty="0">
              <a:latin typeface="+mn-lt"/>
            </a:endParaRPr>
          </a:p>
        </p:txBody>
      </p:sp>
      <p:sp>
        <p:nvSpPr>
          <p:cNvPr id="3" name="Footer Placeholder 2">
            <a:extLst>
              <a:ext uri="{FF2B5EF4-FFF2-40B4-BE49-F238E27FC236}">
                <a16:creationId xmlns:a16="http://schemas.microsoft.com/office/drawing/2014/main" id="{A5B7C35C-F3E4-4522-8711-16E4F9052C2C}"/>
              </a:ext>
            </a:extLst>
          </p:cNvPr>
          <p:cNvSpPr>
            <a:spLocks noGrp="1"/>
          </p:cNvSpPr>
          <p:nvPr>
            <p:ph type="ftr" sz="quarter" idx="37"/>
          </p:nvPr>
        </p:nvSpPr>
        <p:spPr/>
        <p:txBody>
          <a:bodyPr/>
          <a:lstStyle/>
          <a:p>
            <a:r>
              <a:rPr lang="en-US"/>
              <a:t>Annual Review</a:t>
            </a:r>
            <a:endParaRPr lang="en-US" b="0" dirty="0"/>
          </a:p>
        </p:txBody>
      </p:sp>
      <p:sp>
        <p:nvSpPr>
          <p:cNvPr id="4" name="Slide Number Placeholder 3">
            <a:extLst>
              <a:ext uri="{FF2B5EF4-FFF2-40B4-BE49-F238E27FC236}">
                <a16:creationId xmlns:a16="http://schemas.microsoft.com/office/drawing/2014/main" id="{1F4D6BAD-56F4-42F1-A2B3-FDB73364FD40}"/>
              </a:ext>
            </a:extLst>
          </p:cNvPr>
          <p:cNvSpPr>
            <a:spLocks noGrp="1"/>
          </p:cNvSpPr>
          <p:nvPr>
            <p:ph type="sldNum" sz="quarter" idx="38"/>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29861552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3768" userDrawn="1">
          <p15:clr>
            <a:srgbClr val="FBAE40"/>
          </p15:clr>
        </p15:guide>
        <p15:guide id="9" orient="horz" pos="552" userDrawn="1">
          <p15:clr>
            <a:srgbClr val="FBAE40"/>
          </p15:clr>
        </p15:guide>
        <p15:guide id="10" orient="horz" pos="1512" userDrawn="1">
          <p15:clr>
            <a:srgbClr val="FBAE40"/>
          </p15:clr>
        </p15:guide>
        <p15:guide id="11" orient="horz" pos="283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Text Placeholder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sp>
        <p:nvSpPr>
          <p:cNvPr id="28" name="Content Placeholder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cxnSp>
        <p:nvCxnSpPr>
          <p:cNvPr id="15" name="Straight Connector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a16="http://schemas.microsoft.com/office/drawing/2014/main" id="{4914D182-A7DD-4F7B-B207-262854316EDA}"/>
              </a:ext>
            </a:extLst>
          </p:cNvPr>
          <p:cNvSpPr>
            <a:spLocks noGrp="1"/>
          </p:cNvSpPr>
          <p:nvPr>
            <p:ph type="dt" sz="half" idx="14"/>
          </p:nvPr>
        </p:nvSpPr>
        <p:spPr/>
        <p:txBody>
          <a:bodyPr/>
          <a:lstStyle/>
          <a:p>
            <a:fld id="{6FCA8E82-58CD-E045-8B98-B7A85B79B752}" type="datetime4">
              <a:rPr lang="en-US" smtClean="0"/>
              <a:pPr/>
              <a:t>October 30, 2023</a:t>
            </a:fld>
            <a:endParaRPr lang="en-US" dirty="0">
              <a:latin typeface="+mn-lt"/>
            </a:endParaRPr>
          </a:p>
        </p:txBody>
      </p:sp>
      <p:sp>
        <p:nvSpPr>
          <p:cNvPr id="3" name="Footer Placeholder 2">
            <a:extLst>
              <a:ext uri="{FF2B5EF4-FFF2-40B4-BE49-F238E27FC236}">
                <a16:creationId xmlns:a16="http://schemas.microsoft.com/office/drawing/2014/main" id="{10B29252-5D0B-4B9D-9FBD-8EC0929FE096}"/>
              </a:ext>
            </a:extLst>
          </p:cNvPr>
          <p:cNvSpPr>
            <a:spLocks noGrp="1"/>
          </p:cNvSpPr>
          <p:nvPr>
            <p:ph type="ftr" sz="quarter" idx="15"/>
          </p:nvPr>
        </p:nvSpPr>
        <p:spPr/>
        <p:txBody>
          <a:bodyPr/>
          <a:lstStyle/>
          <a:p>
            <a:r>
              <a:rPr lang="en-US"/>
              <a:t>Annual Review</a:t>
            </a:r>
            <a:endParaRPr lang="en-US" b="0" dirty="0"/>
          </a:p>
        </p:txBody>
      </p:sp>
      <p:sp>
        <p:nvSpPr>
          <p:cNvPr id="4" name="Slide Number Placeholder 3">
            <a:extLst>
              <a:ext uri="{FF2B5EF4-FFF2-40B4-BE49-F238E27FC236}">
                <a16:creationId xmlns:a16="http://schemas.microsoft.com/office/drawing/2014/main" id="{5BB4FEF6-E217-4110-BBF5-C4B77ADC8457}"/>
              </a:ext>
            </a:extLst>
          </p:cNvPr>
          <p:cNvSpPr>
            <a:spLocks noGrp="1"/>
          </p:cNvSpPr>
          <p:nvPr>
            <p:ph type="sldNum" sz="quarter" idx="16"/>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25504253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reeform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9" name="Freeform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40" name="Freeform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buNone/>
            </a:pPr>
            <a:r>
              <a:rPr lang="en-US"/>
              <a:t>Click to edit Master text styles</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sp>
        <p:nvSpPr>
          <p:cNvPr id="20" name="Text Placeholder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buNone/>
            </a:pPr>
            <a:r>
              <a:rPr lang="en-US"/>
              <a:t>Click to edit Master text styles</a:t>
            </a:r>
          </a:p>
        </p:txBody>
      </p:sp>
      <p:sp>
        <p:nvSpPr>
          <p:cNvPr id="21" name="Content Placeholder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sp>
        <p:nvSpPr>
          <p:cNvPr id="22" name="Text Placeholder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buNone/>
            </a:pPr>
            <a:r>
              <a:rPr lang="en-US"/>
              <a:t>Click to edit Master text styles</a:t>
            </a:r>
          </a:p>
        </p:txBody>
      </p:sp>
      <p:sp>
        <p:nvSpPr>
          <p:cNvPr id="24" name="Content Placeholder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cxnSp>
        <p:nvCxnSpPr>
          <p:cNvPr id="26" name="Straight Connector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a16="http://schemas.microsoft.com/office/drawing/2014/main" id="{F0FA07F3-F8E4-4505-85EC-22734AC68792}"/>
              </a:ext>
            </a:extLst>
          </p:cNvPr>
          <p:cNvSpPr>
            <a:spLocks noGrp="1"/>
          </p:cNvSpPr>
          <p:nvPr>
            <p:ph type="dt" sz="half" idx="14"/>
          </p:nvPr>
        </p:nvSpPr>
        <p:spPr/>
        <p:txBody>
          <a:bodyPr/>
          <a:lstStyle/>
          <a:p>
            <a:fld id="{6FCA8E82-58CD-E045-8B98-B7A85B79B752}" type="datetime4">
              <a:rPr lang="en-US" smtClean="0"/>
              <a:pPr/>
              <a:t>October 30, 2023</a:t>
            </a:fld>
            <a:endParaRPr lang="en-US" dirty="0">
              <a:latin typeface="+mn-lt"/>
            </a:endParaRPr>
          </a:p>
        </p:txBody>
      </p:sp>
      <p:sp>
        <p:nvSpPr>
          <p:cNvPr id="3" name="Footer Placeholder 2">
            <a:extLst>
              <a:ext uri="{FF2B5EF4-FFF2-40B4-BE49-F238E27FC236}">
                <a16:creationId xmlns:a16="http://schemas.microsoft.com/office/drawing/2014/main" id="{D5165D22-FEF5-4F30-8822-5D2378806A9B}"/>
              </a:ext>
            </a:extLst>
          </p:cNvPr>
          <p:cNvSpPr>
            <a:spLocks noGrp="1"/>
          </p:cNvSpPr>
          <p:nvPr>
            <p:ph type="ftr" sz="quarter" idx="15"/>
          </p:nvPr>
        </p:nvSpPr>
        <p:spPr/>
        <p:txBody>
          <a:bodyPr/>
          <a:lstStyle/>
          <a:p>
            <a:r>
              <a:rPr lang="en-US"/>
              <a:t>Annual Review</a:t>
            </a:r>
            <a:endParaRPr lang="en-US" b="0" dirty="0"/>
          </a:p>
        </p:txBody>
      </p:sp>
      <p:sp>
        <p:nvSpPr>
          <p:cNvPr id="4" name="Slide Number Placeholder 3">
            <a:extLst>
              <a:ext uri="{FF2B5EF4-FFF2-40B4-BE49-F238E27FC236}">
                <a16:creationId xmlns:a16="http://schemas.microsoft.com/office/drawing/2014/main" id="{1540F86B-3DA3-4708-AAF5-387BA115C415}"/>
              </a:ext>
            </a:extLst>
          </p:cNvPr>
          <p:cNvSpPr>
            <a:spLocks noGrp="1"/>
          </p:cNvSpPr>
          <p:nvPr>
            <p:ph type="sldNum" sz="quarter" idx="16"/>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42279487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userDrawn="1">
          <p15:clr>
            <a:srgbClr val="FBAE40"/>
          </p15:clr>
        </p15:guide>
        <p15:guide id="4" pos="5160" userDrawn="1">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userDrawn="1">
          <p15:clr>
            <a:srgbClr val="FBAE40"/>
          </p15:clr>
        </p15:guide>
        <p15:guide id="11" pos="2880" userDrawn="1">
          <p15:clr>
            <a:srgbClr val="FBAE40"/>
          </p15:clr>
        </p15:guide>
        <p15:guide id="12" orient="horz" pos="175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ummary ">
    <p:bg>
      <p:bgPr>
        <a:solidFill>
          <a:schemeClr val="tx1"/>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Text Placeholder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a:noAutofit/>
          </a:bodyPr>
          <a:lstStyle>
            <a:lvl1pPr marL="0" indent="0">
              <a:buNone/>
              <a:defRPr sz="1600">
                <a:latin typeface="+mn-lt"/>
              </a:defRPr>
            </a:lvl1pPr>
          </a:lstStyle>
          <a:p>
            <a:pPr lvl="0"/>
            <a:r>
              <a:rPr lang="en-US"/>
              <a:t>Click to edit Master text styles</a:t>
            </a:r>
          </a:p>
        </p:txBody>
      </p:sp>
      <p:grpSp>
        <p:nvGrpSpPr>
          <p:cNvPr id="15" name="Group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reeform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4" name="Text Placeholder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1" name="Text Placeholder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a:noAutofit/>
          </a:bodyPr>
          <a:lstStyle>
            <a:lvl1pPr marL="0" indent="0">
              <a:buNone/>
              <a:defRPr sz="1600">
                <a:latin typeface="+mn-lt"/>
              </a:defRPr>
            </a:lvl1pPr>
          </a:lstStyle>
          <a:p>
            <a:pPr lvl="0"/>
            <a:r>
              <a:rPr lang="en-US"/>
              <a:t>Click to edit Master text styles</a:t>
            </a:r>
          </a:p>
        </p:txBody>
      </p:sp>
      <p:sp>
        <p:nvSpPr>
          <p:cNvPr id="22" name="Text Placeholder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3" name="Text Placeholder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a:noAutofit/>
          </a:bodyPr>
          <a:lstStyle>
            <a:lvl1pPr marL="0" indent="0">
              <a:buNone/>
              <a:defRPr sz="1600">
                <a:latin typeface="+mn-lt"/>
              </a:defRPr>
            </a:lvl1pPr>
          </a:lstStyle>
          <a:p>
            <a:pPr lvl="0"/>
            <a:r>
              <a:rPr lang="en-US"/>
              <a:t>Click to edit Master text styles</a:t>
            </a:r>
          </a:p>
        </p:txBody>
      </p:sp>
      <p:sp>
        <p:nvSpPr>
          <p:cNvPr id="24" name="Text Placeholder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5" name="Text Placeholder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a:noAutofit/>
          </a:bodyPr>
          <a:lstStyle>
            <a:lvl1pPr marL="0" indent="0">
              <a:buNone/>
              <a:defRPr sz="1600">
                <a:latin typeface="+mn-lt"/>
              </a:defRPr>
            </a:lvl1pPr>
          </a:lstStyle>
          <a:p>
            <a:pPr lvl="0"/>
            <a:r>
              <a:rPr lang="en-US"/>
              <a:t>Click to edit Master text styles</a:t>
            </a:r>
          </a:p>
        </p:txBody>
      </p:sp>
      <p:sp>
        <p:nvSpPr>
          <p:cNvPr id="26" name="Text Placeholder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7" name="Text Placeholder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a:noAutofit/>
          </a:bodyPr>
          <a:lstStyle>
            <a:lvl1pPr marL="0" indent="0">
              <a:buNone/>
              <a:defRPr sz="1600">
                <a:latin typeface="+mn-lt"/>
              </a:defRPr>
            </a:lvl1pPr>
          </a:lstStyle>
          <a:p>
            <a:pPr lvl="0"/>
            <a:r>
              <a:rPr lang="en-US"/>
              <a:t>Click to edit Master text styles</a:t>
            </a:r>
          </a:p>
        </p:txBody>
      </p:sp>
      <p:sp>
        <p:nvSpPr>
          <p:cNvPr id="28" name="Text Placeholder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 name="Date Placeholder 1">
            <a:extLst>
              <a:ext uri="{FF2B5EF4-FFF2-40B4-BE49-F238E27FC236}">
                <a16:creationId xmlns:a16="http://schemas.microsoft.com/office/drawing/2014/main" id="{EC45E38A-5516-4C3E-88FC-0DCBD876054B}"/>
              </a:ext>
            </a:extLst>
          </p:cNvPr>
          <p:cNvSpPr>
            <a:spLocks noGrp="1"/>
          </p:cNvSpPr>
          <p:nvPr>
            <p:ph type="dt" sz="half" idx="21"/>
          </p:nvPr>
        </p:nvSpPr>
        <p:spPr/>
        <p:txBody>
          <a:bodyPr/>
          <a:lstStyle/>
          <a:p>
            <a:fld id="{6FCA8E82-58CD-E045-8B98-B7A85B79B752}" type="datetime4">
              <a:rPr lang="en-US" smtClean="0"/>
              <a:pPr/>
              <a:t>October 30, 2023</a:t>
            </a:fld>
            <a:endParaRPr lang="en-US" dirty="0">
              <a:latin typeface="+mn-lt"/>
            </a:endParaRPr>
          </a:p>
        </p:txBody>
      </p:sp>
      <p:sp>
        <p:nvSpPr>
          <p:cNvPr id="5" name="Footer Placeholder 4">
            <a:extLst>
              <a:ext uri="{FF2B5EF4-FFF2-40B4-BE49-F238E27FC236}">
                <a16:creationId xmlns:a16="http://schemas.microsoft.com/office/drawing/2014/main" id="{14225273-038D-4F51-A093-83D80104F21A}"/>
              </a:ext>
            </a:extLst>
          </p:cNvPr>
          <p:cNvSpPr>
            <a:spLocks noGrp="1"/>
          </p:cNvSpPr>
          <p:nvPr>
            <p:ph type="ftr" sz="quarter" idx="22"/>
          </p:nvPr>
        </p:nvSpPr>
        <p:spPr/>
        <p:txBody>
          <a:bodyPr/>
          <a:lstStyle/>
          <a:p>
            <a:r>
              <a:rPr lang="en-US"/>
              <a:t>Annual Review</a:t>
            </a:r>
            <a:endParaRPr lang="en-US" b="0" dirty="0"/>
          </a:p>
        </p:txBody>
      </p:sp>
      <p:sp>
        <p:nvSpPr>
          <p:cNvPr id="6" name="Slide Number Placeholder 5">
            <a:extLst>
              <a:ext uri="{FF2B5EF4-FFF2-40B4-BE49-F238E27FC236}">
                <a16:creationId xmlns:a16="http://schemas.microsoft.com/office/drawing/2014/main" id="{C7F24E14-E0E0-44FA-A4AA-FA63A858730C}"/>
              </a:ext>
            </a:extLst>
          </p:cNvPr>
          <p:cNvSpPr>
            <a:spLocks noGrp="1"/>
          </p:cNvSpPr>
          <p:nvPr>
            <p:ph type="sldNum" sz="quarter" idx="23"/>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3060135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1"/>
        </a:solidFill>
        <a:effectLst/>
      </p:bgPr>
    </p:bg>
    <p:spTree>
      <p:nvGrpSpPr>
        <p:cNvPr id="1" name=""/>
        <p:cNvGrpSpPr/>
        <p:nvPr/>
      </p:nvGrpSpPr>
      <p:grpSpPr>
        <a:xfrm>
          <a:off x="0" y="0"/>
          <a:ext cx="0" cy="0"/>
          <a:chOff x="0" y="0"/>
          <a:chExt cx="0" cy="0"/>
        </a:xfrm>
      </p:grpSpPr>
      <p:sp>
        <p:nvSpPr>
          <p:cNvPr id="16" name="Text Placeholder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7" name="Subtitle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6" name="Title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cxnSp>
        <p:nvCxnSpPr>
          <p:cNvPr id="27" name="Straight Connector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Picture Placeholder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a:lstStyle/>
          <a:p>
            <a:r>
              <a:rPr lang="en-US"/>
              <a:t>Click icon to add picture</a:t>
            </a:r>
            <a:endParaRPr lang="en-US" dirty="0"/>
          </a:p>
        </p:txBody>
      </p:sp>
      <p:grpSp>
        <p:nvGrpSpPr>
          <p:cNvPr id="30" name="Group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reeform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2" name="Freeform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3" name="Freeform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p14="http://schemas.microsoft.com/office/powerpoint/2010/main" val="999130720"/>
      </p:ext>
    </p:extLst>
  </p:cSld>
  <p:clrMapOvr>
    <a:masterClrMapping/>
  </p:clrMapOvr>
  <p:extLst>
    <p:ext uri="{DCECCB84-F9BA-43D5-87BE-67443E8EF086}">
      <p15:sldGuideLst xmlns:p15="http://schemas.microsoft.com/office/powerpoint/2012/main">
        <p15:guide id="1" pos="60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fld id="{6FCA8E82-58CD-E045-8B98-B7A85B79B752}" type="datetime4">
              <a:rPr lang="en-US" smtClean="0"/>
              <a:pPr/>
              <a:t>October 30, 2023</a:t>
            </a:fld>
            <a:endParaRPr lang="en-US" dirty="0">
              <a:latin typeface="+mn-lt"/>
            </a:endParaRPr>
          </a:p>
        </p:txBody>
      </p:sp>
      <p:sp>
        <p:nvSpPr>
          <p:cNvPr id="31" name="Footer Placeholder 4">
            <a:extLst>
              <a:ext uri="{FF2B5EF4-FFF2-40B4-BE49-F238E27FC236}">
                <a16:creationId xmlns:a16="http://schemas.microsoft.com/office/drawing/2014/main" id="{C9955F1C-C0B1-BA44-8905-6991FA0D1EF3}"/>
              </a:ext>
            </a:extLst>
          </p:cNvPr>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r>
              <a:rPr lang="en-US"/>
              <a:t>Annual Review</a:t>
            </a:r>
            <a:endParaRPr lang="en-US" b="0" dirty="0"/>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659" r:id="rId1"/>
    <p:sldLayoutId id="2147483693" r:id="rId2"/>
    <p:sldLayoutId id="2147483671" r:id="rId3"/>
    <p:sldLayoutId id="2147483672" r:id="rId4"/>
    <p:sldLayoutId id="2147483673" r:id="rId5"/>
    <p:sldLayoutId id="2147483684" r:id="rId6"/>
    <p:sldLayoutId id="2147483675" r:id="rId7"/>
    <p:sldLayoutId id="2147483676" r:id="rId8"/>
    <p:sldLayoutId id="2147483677" r:id="rId9"/>
    <p:sldLayoutId id="2147483685" r:id="rId10"/>
    <p:sldLayoutId id="2147483688" r:id="rId11"/>
    <p:sldLayoutId id="2147483692" r:id="rId12"/>
    <p:sldLayoutId id="2147483682" r:id="rId13"/>
  </p:sldLayoutIdLst>
  <p:hf hdr="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E168C-8042-5B4E-A5A4-A5BF693AE2D6}"/>
              </a:ext>
            </a:extLst>
          </p:cNvPr>
          <p:cNvSpPr>
            <a:spLocks noGrp="1"/>
          </p:cNvSpPr>
          <p:nvPr>
            <p:ph type="ctrTitle"/>
          </p:nvPr>
        </p:nvSpPr>
        <p:spPr>
          <a:xfrm>
            <a:off x="5359445" y="148172"/>
            <a:ext cx="6461759" cy="1151688"/>
          </a:xfrm>
        </p:spPr>
        <p:txBody>
          <a:bodyPr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3600" b="1" dirty="0"/>
              <a:t>Basic Details of the Team and Problem Statement</a:t>
            </a:r>
          </a:p>
        </p:txBody>
      </p:sp>
      <p:sp>
        <p:nvSpPr>
          <p:cNvPr id="3" name="Text Placeholder 2">
            <a:extLst>
              <a:ext uri="{FF2B5EF4-FFF2-40B4-BE49-F238E27FC236}">
                <a16:creationId xmlns:a16="http://schemas.microsoft.com/office/drawing/2014/main" id="{F18E61D8-31A3-2D45-8E25-CBE846E26E1C}"/>
              </a:ext>
            </a:extLst>
          </p:cNvPr>
          <p:cNvSpPr>
            <a:spLocks noGrp="1"/>
          </p:cNvSpPr>
          <p:nvPr>
            <p:ph type="body" sz="quarter" idx="11"/>
          </p:nvPr>
        </p:nvSpPr>
        <p:spPr>
          <a:xfrm>
            <a:off x="5844540" y="1367162"/>
            <a:ext cx="5491570" cy="4464448"/>
          </a:xfrm>
        </p:spPr>
        <p:txBody>
          <a:bodyPr/>
          <a:lstStyle/>
          <a:p>
            <a:endParaRPr lang="en-US" dirty="0">
              <a:latin typeface="+mj-lt"/>
            </a:endParaRPr>
          </a:p>
          <a:p>
            <a:r>
              <a:rPr lang="en-US" dirty="0">
                <a:latin typeface="+mj-lt"/>
              </a:rPr>
              <a:t>Problem Statement Title: Elimination of Printed Receipts from Parking Like Malls, Supermarkets, etc.</a:t>
            </a:r>
          </a:p>
          <a:p>
            <a:endParaRPr lang="en-US" dirty="0">
              <a:latin typeface="+mj-lt"/>
            </a:endParaRPr>
          </a:p>
          <a:p>
            <a:r>
              <a:rPr lang="en-US" dirty="0">
                <a:latin typeface="+mj-lt"/>
              </a:rPr>
              <a:t>Theme Name: Smart Automation</a:t>
            </a:r>
          </a:p>
          <a:p>
            <a:br>
              <a:rPr lang="en-US" dirty="0">
                <a:latin typeface="+mj-lt"/>
              </a:rPr>
            </a:br>
            <a:r>
              <a:rPr lang="en-US" dirty="0">
                <a:latin typeface="+mj-lt"/>
              </a:rPr>
              <a:t>Team Name: Tech Titans</a:t>
            </a:r>
          </a:p>
          <a:p>
            <a:br>
              <a:rPr lang="en-US" dirty="0">
                <a:latin typeface="+mj-lt"/>
              </a:rPr>
            </a:br>
            <a:r>
              <a:rPr lang="en-US" dirty="0">
                <a:latin typeface="+mj-lt"/>
              </a:rPr>
              <a:t>Team Leader Name: Aadithya S Nair	</a:t>
            </a:r>
          </a:p>
          <a:p>
            <a:br>
              <a:rPr lang="en-US" dirty="0">
                <a:latin typeface="+mj-lt"/>
              </a:rPr>
            </a:br>
            <a:r>
              <a:rPr lang="en-US" dirty="0">
                <a:latin typeface="+mj-lt"/>
              </a:rPr>
              <a:t>School Code:830092</a:t>
            </a:r>
          </a:p>
          <a:p>
            <a:br>
              <a:rPr lang="en-US" dirty="0">
                <a:latin typeface="+mj-lt"/>
              </a:rPr>
            </a:br>
            <a:r>
              <a:rPr lang="en-US" dirty="0">
                <a:latin typeface="+mj-lt"/>
              </a:rPr>
              <a:t>School Name: Delhi Public School Bangalore North</a:t>
            </a:r>
          </a:p>
          <a:p>
            <a:endParaRPr lang="en-US" dirty="0">
              <a:latin typeface="+mj-lt"/>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p:blipFill>
        <p:spPr>
          <a:xfrm>
            <a:off x="1213475" y="252207"/>
            <a:ext cx="3270603" cy="1567166"/>
          </a:xfrm>
          <a:prstGeom prst="rect">
            <a:avLst/>
          </a:prstGeom>
        </p:spPr>
      </p:pic>
    </p:spTree>
    <p:extLst>
      <p:ext uri="{BB962C8B-B14F-4D97-AF65-F5344CB8AC3E}">
        <p14:creationId xmlns:p14="http://schemas.microsoft.com/office/powerpoint/2010/main" val="2960950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53F689-2E51-BF4F-AE47-7CEB7CC4C52A}"/>
              </a:ext>
            </a:extLst>
          </p:cNvPr>
          <p:cNvSpPr>
            <a:spLocks noGrp="1"/>
          </p:cNvSpPr>
          <p:nvPr>
            <p:ph type="title"/>
          </p:nvPr>
        </p:nvSpPr>
        <p:spPr>
          <a:xfrm>
            <a:off x="964023" y="879063"/>
            <a:ext cx="5534431" cy="610863"/>
          </a:xfrm>
        </p:spPr>
        <p:txBody>
          <a:bodyPr>
            <a:normAutofit fontScale="90000"/>
          </a:bodyPr>
          <a:lstStyle/>
          <a:p>
            <a:r>
              <a:rPr lang="en-US" dirty="0"/>
              <a:t>Idea/Approach Details</a:t>
            </a:r>
          </a:p>
        </p:txBody>
      </p:sp>
      <p:sp>
        <p:nvSpPr>
          <p:cNvPr id="4" name="Text Placeholder 3">
            <a:extLst>
              <a:ext uri="{FF2B5EF4-FFF2-40B4-BE49-F238E27FC236}">
                <a16:creationId xmlns:a16="http://schemas.microsoft.com/office/drawing/2014/main" id="{A17F80A9-6337-524E-AC61-32C5AFEE8E6D}"/>
              </a:ext>
            </a:extLst>
          </p:cNvPr>
          <p:cNvSpPr>
            <a:spLocks noGrp="1"/>
          </p:cNvSpPr>
          <p:nvPr>
            <p:ph type="body" sz="quarter" idx="11"/>
          </p:nvPr>
        </p:nvSpPr>
        <p:spPr>
          <a:xfrm>
            <a:off x="971550" y="2289363"/>
            <a:ext cx="6024054" cy="3885194"/>
          </a:xfrm>
          <a:ln cmpd="sng">
            <a:solidFill>
              <a:schemeClr val="bg1"/>
            </a:solidFill>
            <a:prstDash val="solid"/>
          </a:ln>
        </p:spPr>
        <p:txBody>
          <a:bodyPr/>
          <a:lstStyle/>
          <a:p>
            <a:r>
              <a:rPr lang="en-US" sz="2000" dirty="0">
                <a:solidFill>
                  <a:schemeClr val="tx2"/>
                </a:solidFill>
                <a:latin typeface="+mj-lt"/>
              </a:rPr>
              <a:t>Idea/Solution</a:t>
            </a:r>
          </a:p>
          <a:p>
            <a:pPr marL="285750" indent="-285750">
              <a:buFont typeface="Wingdings" panose="05000000000000000000" pitchFamily="2" charset="2"/>
              <a:buChar char="Ø"/>
            </a:pPr>
            <a:r>
              <a:rPr lang="en-US" sz="1800" dirty="0"/>
              <a:t> Our System is a groundbreaking advancement in parking solutions. This system leverages cutting-edge technology to provide a unmanned system for collection of parking fees, completely transforming the parking experience. By harnessing the power of computer vision and sophisticated data services, it offers immediate access to crucial information about available parking spaces. With a primary focus on environmental sustainability, this technology-driven solution seeks to elevate the efficiency and convenience of parking facilities, promising a more seamless and eco-conscious experience for users.</a:t>
            </a:r>
          </a:p>
        </p:txBody>
      </p:sp>
      <p:sp>
        <p:nvSpPr>
          <p:cNvPr id="7" name="Slide Number Placeholder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a:lstStyle/>
          <a:p>
            <a:fld id="{294A09A9-5501-47C1-A89A-A340965A2BE2}" type="slidenum">
              <a:rPr lang="en-US" smtClean="0"/>
              <a:pPr/>
              <a:t>2</a:t>
            </a:fld>
            <a:endParaRPr lang="en-US" dirty="0"/>
          </a:p>
        </p:txBody>
      </p:sp>
      <p:sp>
        <p:nvSpPr>
          <p:cNvPr id="9" name="TextBox 8">
            <a:extLst>
              <a:ext uri="{FF2B5EF4-FFF2-40B4-BE49-F238E27FC236}">
                <a16:creationId xmlns:a16="http://schemas.microsoft.com/office/drawing/2014/main" id="{B3B0DCB8-DB0C-409B-8817-8F0B027A21B3}"/>
              </a:ext>
            </a:extLst>
          </p:cNvPr>
          <p:cNvSpPr txBox="1"/>
          <p:nvPr/>
        </p:nvSpPr>
        <p:spPr>
          <a:xfrm>
            <a:off x="7320005" y="2917873"/>
            <a:ext cx="4689138" cy="369332"/>
          </a:xfrm>
          <a:prstGeom prst="rect">
            <a:avLst/>
          </a:prstGeom>
          <a:noFill/>
        </p:spPr>
        <p:txBody>
          <a:bodyPr wrap="square" rtlCol="0">
            <a:spAutoFit/>
          </a:bodyPr>
          <a:lstStyle/>
          <a:p>
            <a:pPr algn="ctr"/>
            <a:r>
              <a:rPr lang="en-US" dirty="0">
                <a:solidFill>
                  <a:schemeClr val="tx2"/>
                </a:solidFill>
                <a:latin typeface="+mj-lt"/>
              </a:rPr>
              <a:t>Process flow chart</a:t>
            </a:r>
          </a:p>
        </p:txBody>
      </p:sp>
      <p:sp>
        <p:nvSpPr>
          <p:cNvPr id="11" name="Text Placeholder 3">
            <a:extLst>
              <a:ext uri="{FF2B5EF4-FFF2-40B4-BE49-F238E27FC236}">
                <a16:creationId xmlns:a16="http://schemas.microsoft.com/office/drawing/2014/main" id="{A8A6B8FA-BC37-43EF-B8D3-018AD86AF26E}"/>
              </a:ext>
            </a:extLst>
          </p:cNvPr>
          <p:cNvSpPr txBox="1">
            <a:spLocks/>
          </p:cNvSpPr>
          <p:nvPr/>
        </p:nvSpPr>
        <p:spPr>
          <a:xfrm>
            <a:off x="7243987" y="3287205"/>
            <a:ext cx="4866870" cy="3508001"/>
          </a:xfrm>
          <a:prstGeom prst="rect">
            <a:avLst/>
          </a:prstGeom>
          <a:ln>
            <a:solidFill>
              <a:schemeClr val="bg1"/>
            </a:solidFill>
          </a:ln>
        </p:spPr>
        <p:txBody>
          <a:bodyPr vert="horz"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defRPr sz="16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tx2"/>
                </a:solidFill>
                <a:latin typeface="+mj-lt"/>
              </a:rPr>
              <a:t>Describe your Technology stack here</a:t>
            </a:r>
            <a:r>
              <a:rPr lang="en-US" sz="1800" dirty="0"/>
              <a:t>:</a:t>
            </a:r>
            <a:endParaRPr lang="en-US" sz="1100" dirty="0"/>
          </a:p>
          <a:p>
            <a:pPr marL="285750" indent="-285750">
              <a:spcBef>
                <a:spcPts val="0"/>
              </a:spcBef>
              <a:buFont typeface="Wingdings" panose="05000000000000000000" pitchFamily="2" charset="2"/>
              <a:buChar char="Ø"/>
            </a:pPr>
            <a:r>
              <a:rPr lang="en-US" sz="1800" dirty="0"/>
              <a:t>  Frontend:(User Interface): </a:t>
            </a:r>
            <a:r>
              <a:rPr lang="en-US" dirty="0"/>
              <a:t>HTML5, CSS3, JavaScript (ES6+)</a:t>
            </a:r>
            <a:endParaRPr lang="en-US" sz="1400" dirty="0"/>
          </a:p>
          <a:p>
            <a:pPr marL="285750" indent="-285750">
              <a:spcBef>
                <a:spcPts val="0"/>
              </a:spcBef>
              <a:buFont typeface="Wingdings" panose="05000000000000000000" pitchFamily="2" charset="2"/>
              <a:buChar char="Ø"/>
            </a:pPr>
            <a:r>
              <a:rPr lang="en-US" sz="1800" dirty="0"/>
              <a:t>Backend:</a:t>
            </a:r>
          </a:p>
          <a:p>
            <a:pPr marL="971550" lvl="1" indent="-285750">
              <a:spcBef>
                <a:spcPts val="0"/>
              </a:spcBef>
            </a:pPr>
            <a:r>
              <a:rPr lang="en-US" sz="1600" dirty="0"/>
              <a:t>Server-Side Language: Python</a:t>
            </a:r>
          </a:p>
          <a:p>
            <a:pPr marL="971550" lvl="1" indent="-285750">
              <a:spcBef>
                <a:spcPts val="0"/>
              </a:spcBef>
            </a:pPr>
            <a:r>
              <a:rPr lang="en-US" sz="1600" dirty="0"/>
              <a:t>Web Framework: Flask</a:t>
            </a:r>
          </a:p>
          <a:p>
            <a:pPr marL="285750" indent="-285750">
              <a:spcBef>
                <a:spcPts val="0"/>
              </a:spcBef>
              <a:buFont typeface="Wingdings" panose="05000000000000000000" pitchFamily="2" charset="2"/>
              <a:buChar char="Ø"/>
            </a:pPr>
            <a:r>
              <a:rPr lang="en-US" sz="1800" dirty="0"/>
              <a:t>Database: </a:t>
            </a:r>
          </a:p>
          <a:p>
            <a:pPr marL="971550" lvl="1" indent="-285750">
              <a:spcBef>
                <a:spcPts val="0"/>
              </a:spcBef>
            </a:pPr>
            <a:r>
              <a:rPr lang="en-US" sz="1600" dirty="0"/>
              <a:t>Relational Database: MySQL</a:t>
            </a:r>
          </a:p>
          <a:p>
            <a:pPr marL="285750" indent="-285750">
              <a:spcBef>
                <a:spcPts val="0"/>
              </a:spcBef>
              <a:buFont typeface="Wingdings" panose="05000000000000000000" pitchFamily="2" charset="2"/>
              <a:buChar char="Ø"/>
            </a:pPr>
            <a:r>
              <a:rPr lang="en-US" sz="1800" dirty="0"/>
              <a:t>Additional Packages Used:</a:t>
            </a:r>
          </a:p>
          <a:p>
            <a:pPr marL="971550" lvl="1" indent="-285750">
              <a:spcBef>
                <a:spcPts val="0"/>
              </a:spcBef>
            </a:pPr>
            <a:r>
              <a:rPr lang="en-US" sz="1600" dirty="0"/>
              <a:t>Computer vision(cv2)</a:t>
            </a:r>
          </a:p>
          <a:p>
            <a:pPr marL="971550" lvl="1" indent="-285750">
              <a:spcBef>
                <a:spcPts val="0"/>
              </a:spcBef>
            </a:pPr>
            <a:r>
              <a:rPr lang="en-US" sz="1600" dirty="0" err="1"/>
              <a:t>Pytesseract</a:t>
            </a:r>
            <a:endParaRPr lang="en-US" sz="1600" dirty="0"/>
          </a:p>
          <a:p>
            <a:pPr marL="971550" lvl="1" indent="-285750">
              <a:spcBef>
                <a:spcPts val="0"/>
              </a:spcBef>
            </a:pPr>
            <a:r>
              <a:rPr lang="en-US" sz="1600" dirty="0"/>
              <a:t>QR code Generator</a:t>
            </a:r>
          </a:p>
          <a:p>
            <a:pPr marL="285750" indent="-285750">
              <a:spcBef>
                <a:spcPts val="0"/>
              </a:spcBef>
              <a:buFont typeface="Wingdings" panose="05000000000000000000" pitchFamily="2" charset="2"/>
              <a:buChar char="Ø"/>
            </a:pPr>
            <a:r>
              <a:rPr lang="en-US" sz="1800" dirty="0"/>
              <a:t>OCR recognition Engine</a:t>
            </a:r>
          </a:p>
          <a:p>
            <a:pPr marL="971550" lvl="1" indent="-285750">
              <a:spcBef>
                <a:spcPts val="0"/>
              </a:spcBef>
            </a:pPr>
            <a:r>
              <a:rPr lang="en-US" sz="1600" dirty="0"/>
              <a:t>Tesseract OCR</a:t>
            </a:r>
          </a:p>
        </p:txBody>
      </p:sp>
      <p:sp>
        <p:nvSpPr>
          <p:cNvPr id="10" name="Text Placeholder 3">
            <a:extLst>
              <a:ext uri="{FF2B5EF4-FFF2-40B4-BE49-F238E27FC236}">
                <a16:creationId xmlns:a16="http://schemas.microsoft.com/office/drawing/2014/main" id="{A8A6B8FA-BC37-43EF-B8D3-018AD86AF26E}"/>
              </a:ext>
            </a:extLst>
          </p:cNvPr>
          <p:cNvSpPr txBox="1">
            <a:spLocks/>
          </p:cNvSpPr>
          <p:nvPr/>
        </p:nvSpPr>
        <p:spPr>
          <a:xfrm>
            <a:off x="7378574" y="62794"/>
            <a:ext cx="4572001" cy="3224411"/>
          </a:xfrm>
          <a:prstGeom prst="rect">
            <a:avLst/>
          </a:prstGeom>
          <a:ln>
            <a:solidFill>
              <a:schemeClr val="bg1"/>
            </a:solidFill>
          </a:ln>
        </p:spPr>
        <p:txBody>
          <a:bodyPr vert="horz"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defRPr sz="16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  </a:t>
            </a:r>
          </a:p>
          <a:p>
            <a:endParaRPr lang="en-US" dirty="0"/>
          </a:p>
        </p:txBody>
      </p:sp>
      <p:pic>
        <p:nvPicPr>
          <p:cNvPr id="5" name="Picture 4">
            <a:extLst>
              <a:ext uri="{FF2B5EF4-FFF2-40B4-BE49-F238E27FC236}">
                <a16:creationId xmlns:a16="http://schemas.microsoft.com/office/drawing/2014/main" id="{2C2AB681-337E-F6B5-2FEC-537555FB8D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78574" y="58205"/>
            <a:ext cx="4597696" cy="2926984"/>
          </a:xfrm>
          <a:prstGeom prst="rect">
            <a:avLst/>
          </a:prstGeom>
        </p:spPr>
      </p:pic>
    </p:spTree>
    <p:extLst>
      <p:ext uri="{BB962C8B-B14F-4D97-AF65-F5344CB8AC3E}">
        <p14:creationId xmlns:p14="http://schemas.microsoft.com/office/powerpoint/2010/main" val="391246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22DF8-59D4-D94D-8ED9-F2F319899DBF}"/>
              </a:ext>
            </a:extLst>
          </p:cNvPr>
          <p:cNvSpPr>
            <a:spLocks noGrp="1"/>
          </p:cNvSpPr>
          <p:nvPr>
            <p:ph type="title"/>
          </p:nvPr>
        </p:nvSpPr>
        <p:spPr>
          <a:xfrm>
            <a:off x="952499" y="1096346"/>
            <a:ext cx="5780809" cy="610863"/>
          </a:xfrm>
        </p:spPr>
        <p:txBody>
          <a:bodyPr>
            <a:normAutofit fontScale="90000"/>
          </a:bodyPr>
          <a:lstStyle/>
          <a:p>
            <a:r>
              <a:rPr lang="en-US" dirty="0"/>
              <a:t>Idea/Approach Details</a:t>
            </a:r>
          </a:p>
        </p:txBody>
      </p:sp>
      <p:sp>
        <p:nvSpPr>
          <p:cNvPr id="45" name="Text Placeholder 44">
            <a:extLst>
              <a:ext uri="{FF2B5EF4-FFF2-40B4-BE49-F238E27FC236}">
                <a16:creationId xmlns:a16="http://schemas.microsoft.com/office/drawing/2014/main" id="{803A1E73-C790-447A-974F-B3ADB50149F7}"/>
              </a:ext>
            </a:extLst>
          </p:cNvPr>
          <p:cNvSpPr>
            <a:spLocks noGrp="1"/>
          </p:cNvSpPr>
          <p:nvPr>
            <p:ph type="body" sz="quarter" idx="12"/>
          </p:nvPr>
        </p:nvSpPr>
        <p:spPr>
          <a:xfrm>
            <a:off x="952500" y="1950332"/>
            <a:ext cx="4838700" cy="315915"/>
          </a:xfrm>
        </p:spPr>
        <p:txBody>
          <a:bodyPr/>
          <a:lstStyle/>
          <a:p>
            <a:r>
              <a:rPr lang="en-US" sz="1800" dirty="0"/>
              <a:t>Describe your Use Cases here</a:t>
            </a:r>
            <a:endParaRPr lang="en-US" dirty="0"/>
          </a:p>
        </p:txBody>
      </p:sp>
      <p:sp>
        <p:nvSpPr>
          <p:cNvPr id="44" name="Text Placeholder 43">
            <a:extLst>
              <a:ext uri="{FF2B5EF4-FFF2-40B4-BE49-F238E27FC236}">
                <a16:creationId xmlns:a16="http://schemas.microsoft.com/office/drawing/2014/main" id="{906E4DF9-127F-4650-8BAA-2521A37885B0}"/>
              </a:ext>
            </a:extLst>
          </p:cNvPr>
          <p:cNvSpPr>
            <a:spLocks noGrp="1"/>
          </p:cNvSpPr>
          <p:nvPr>
            <p:ph type="body" sz="quarter" idx="10"/>
          </p:nvPr>
        </p:nvSpPr>
        <p:spPr>
          <a:xfrm>
            <a:off x="162046" y="2217063"/>
            <a:ext cx="5933953" cy="4362808"/>
          </a:xfrm>
          <a:ln>
            <a:solidFill>
              <a:schemeClr val="bg1"/>
            </a:solidFill>
          </a:ln>
        </p:spPr>
        <p:txBody>
          <a:bodyPr/>
          <a:lstStyle/>
          <a:p>
            <a:pPr marL="285750" indent="-285750">
              <a:buFont typeface="Wingdings" panose="05000000000000000000" pitchFamily="2" charset="2"/>
              <a:buChar char="Ø"/>
            </a:pPr>
            <a:r>
              <a:rPr lang="en-US" sz="1700" dirty="0"/>
              <a:t>  Shopping Malls: </a:t>
            </a:r>
            <a:r>
              <a:rPr lang="en-US" sz="1700" dirty="0" err="1"/>
              <a:t>EazePark</a:t>
            </a:r>
            <a:r>
              <a:rPr lang="en-US" sz="1700" dirty="0"/>
              <a:t> can be implemented in shopping malls to streamline the parking process for visitors. It provides real-time information on available parking spaces, reducing the time spent searching for a spot.</a:t>
            </a:r>
          </a:p>
          <a:p>
            <a:pPr marL="285750" indent="-285750">
              <a:buFont typeface="Wingdings" panose="05000000000000000000" pitchFamily="2" charset="2"/>
              <a:buChar char="Ø"/>
            </a:pPr>
            <a:r>
              <a:rPr lang="en-US" sz="1700" dirty="0"/>
              <a:t>Supermarkets: Supermarkets often have high traffic in their parking areas. </a:t>
            </a:r>
            <a:r>
              <a:rPr lang="en-US" sz="1700" dirty="0" err="1"/>
              <a:t>EazePark</a:t>
            </a:r>
            <a:r>
              <a:rPr lang="en-US" sz="1700" dirty="0"/>
              <a:t> helps customers quickly find available spots and provides an efficient way to pay for parking.</a:t>
            </a:r>
          </a:p>
          <a:p>
            <a:pPr marL="285750" indent="-285750">
              <a:buFont typeface="Wingdings" panose="05000000000000000000" pitchFamily="2" charset="2"/>
              <a:buChar char="Ø"/>
            </a:pPr>
            <a:r>
              <a:rPr lang="en-US" sz="1700" dirty="0"/>
              <a:t>Airports: Airports can utilize </a:t>
            </a:r>
            <a:r>
              <a:rPr lang="en-US" sz="1700" dirty="0" err="1"/>
              <a:t>EazePark</a:t>
            </a:r>
            <a:r>
              <a:rPr lang="en-US" sz="1700" dirty="0"/>
              <a:t> to enhance the parking experience for travelers. Real-time tracking and payment options improve efficiency, especially during busy travel times.</a:t>
            </a:r>
          </a:p>
          <a:p>
            <a:pPr marL="285750" indent="-285750">
              <a:buFont typeface="Wingdings" panose="05000000000000000000" pitchFamily="2" charset="2"/>
              <a:buChar char="Ø"/>
            </a:pPr>
            <a:r>
              <a:rPr lang="en-US" sz="1700" dirty="0"/>
              <a:t>Event Venues (Stadiums, Arenas, Concert Halls): During events, parking areas can become congested. </a:t>
            </a:r>
            <a:r>
              <a:rPr lang="en-US" sz="1700" dirty="0" err="1"/>
              <a:t>EazePark</a:t>
            </a:r>
            <a:r>
              <a:rPr lang="en-US" sz="1700" dirty="0"/>
              <a:t> helps attendees locate available spots and pay for parking seamlessly, enhancing the overall event experience.</a:t>
            </a:r>
          </a:p>
        </p:txBody>
      </p:sp>
      <p:sp>
        <p:nvSpPr>
          <p:cNvPr id="5" name="Slide Number Placeholder 4">
            <a:extLst>
              <a:ext uri="{FF2B5EF4-FFF2-40B4-BE49-F238E27FC236}">
                <a16:creationId xmlns:a16="http://schemas.microsoft.com/office/drawing/2014/main" id="{AB744071-0CE2-7746-9315-22EC28A0F462}"/>
              </a:ext>
            </a:extLst>
          </p:cNvPr>
          <p:cNvSpPr>
            <a:spLocks noGrp="1"/>
          </p:cNvSpPr>
          <p:nvPr>
            <p:ph type="sldNum" sz="quarter" idx="23"/>
          </p:nvPr>
        </p:nvSpPr>
        <p:spPr>
          <a:xfrm>
            <a:off x="162047" y="6579871"/>
            <a:ext cx="523240" cy="247651"/>
          </a:xfrm>
        </p:spPr>
        <p:txBody>
          <a:bodyPr/>
          <a:lstStyle/>
          <a:p>
            <a:fld id="{294A09A9-5501-47C1-A89A-A340965A2BE2}" type="slidenum">
              <a:rPr lang="en-US" smtClean="0"/>
              <a:pPr/>
              <a:t>3</a:t>
            </a:fld>
            <a:endParaRPr lang="en-US" dirty="0"/>
          </a:p>
        </p:txBody>
      </p:sp>
      <p:sp>
        <p:nvSpPr>
          <p:cNvPr id="6" name="Text Placeholder 44">
            <a:extLst>
              <a:ext uri="{FF2B5EF4-FFF2-40B4-BE49-F238E27FC236}">
                <a16:creationId xmlns:a16="http://schemas.microsoft.com/office/drawing/2014/main" id="{3638E76A-FC74-4D31-8D6C-F6F96AADA6BB}"/>
              </a:ext>
            </a:extLst>
          </p:cNvPr>
          <p:cNvSpPr txBox="1">
            <a:spLocks/>
          </p:cNvSpPr>
          <p:nvPr/>
        </p:nvSpPr>
        <p:spPr>
          <a:xfrm>
            <a:off x="6096000" y="1880890"/>
            <a:ext cx="5143500" cy="31591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1800" b="0" i="0" kern="1200" spc="0" baseline="0">
                <a:solidFill>
                  <a:schemeClr val="tx2"/>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Describe your Dependencies / Show stopper here</a:t>
            </a:r>
          </a:p>
        </p:txBody>
      </p:sp>
      <p:sp>
        <p:nvSpPr>
          <p:cNvPr id="7" name="Text Placeholder 43">
            <a:extLst>
              <a:ext uri="{FF2B5EF4-FFF2-40B4-BE49-F238E27FC236}">
                <a16:creationId xmlns:a16="http://schemas.microsoft.com/office/drawing/2014/main" id="{034544BD-2AAF-4141-978F-BEEA232E3F95}"/>
              </a:ext>
            </a:extLst>
          </p:cNvPr>
          <p:cNvSpPr txBox="1">
            <a:spLocks/>
          </p:cNvSpPr>
          <p:nvPr/>
        </p:nvSpPr>
        <p:spPr>
          <a:xfrm>
            <a:off x="6248399" y="2217063"/>
            <a:ext cx="4838701" cy="4362808"/>
          </a:xfrm>
          <a:prstGeom prst="rect">
            <a:avLst/>
          </a:prstGeom>
          <a:ln>
            <a:solidFill>
              <a:schemeClr val="bg1"/>
            </a:solidFill>
          </a:ln>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Dependencies</a:t>
            </a:r>
          </a:p>
          <a:p>
            <a:pPr marL="285750" indent="-285750">
              <a:buFont typeface="Arial" panose="020B0604020202020204" pitchFamily="34" charset="0"/>
              <a:buChar char="•"/>
            </a:pPr>
            <a:r>
              <a:rPr lang="en-US" sz="1800" dirty="0"/>
              <a:t>Hardware Reliability :Ensuring selected hardware (cameras, servers) is compatible and reliable.</a:t>
            </a:r>
          </a:p>
          <a:p>
            <a:pPr marL="285750" indent="-285750">
              <a:buFont typeface="Arial" panose="020B0604020202020204" pitchFamily="34" charset="0"/>
              <a:buChar char="•"/>
            </a:pPr>
            <a:r>
              <a:rPr lang="en-US" sz="1800" dirty="0"/>
              <a:t>Payment System Integration :Establishing seamless integration with external payment systems.</a:t>
            </a:r>
          </a:p>
          <a:p>
            <a:r>
              <a:rPr lang="en-US" sz="1800" dirty="0"/>
              <a:t>Show Stopper</a:t>
            </a:r>
          </a:p>
          <a:p>
            <a:pPr marL="285750" indent="-285750">
              <a:buFont typeface="Arial" panose="020B0604020202020204" pitchFamily="34" charset="0"/>
              <a:buChar char="•"/>
            </a:pPr>
            <a:r>
              <a:rPr lang="en-US" sz="1800" dirty="0"/>
              <a:t>Data Security: Protecting sensitive information from breaches or unauthorized access.</a:t>
            </a:r>
          </a:p>
          <a:p>
            <a:pPr marL="285750" indent="-285750">
              <a:buFont typeface="Arial" panose="020B0604020202020204" pitchFamily="34" charset="0"/>
              <a:buChar char="•"/>
            </a:pPr>
            <a:r>
              <a:rPr lang="en-US" sz="1800" dirty="0"/>
              <a:t>Scalability Concerns: Ensuring the system can handle increased usage without performance issues.</a:t>
            </a:r>
          </a:p>
        </p:txBody>
      </p:sp>
    </p:spTree>
    <p:extLst>
      <p:ext uri="{BB962C8B-B14F-4D97-AF65-F5344CB8AC3E}">
        <p14:creationId xmlns:p14="http://schemas.microsoft.com/office/powerpoint/2010/main" val="3291466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3C82424-8C36-56B2-3C5A-9112C2601ED8}"/>
              </a:ext>
            </a:extLst>
          </p:cNvPr>
          <p:cNvSpPr>
            <a:spLocks noGrp="1"/>
          </p:cNvSpPr>
          <p:nvPr>
            <p:ph type="title"/>
          </p:nvPr>
        </p:nvSpPr>
        <p:spPr>
          <a:xfrm>
            <a:off x="998747" y="1180006"/>
            <a:ext cx="6617507" cy="610863"/>
          </a:xfrm>
        </p:spPr>
        <p:txBody>
          <a:bodyPr>
            <a:normAutofit/>
          </a:bodyPr>
          <a:lstStyle/>
          <a:p>
            <a:r>
              <a:rPr lang="en-US" dirty="0"/>
              <a:t>Team Member Details </a:t>
            </a:r>
          </a:p>
        </p:txBody>
      </p:sp>
      <p:sp>
        <p:nvSpPr>
          <p:cNvPr id="11" name="Text Placeholder 2">
            <a:extLst>
              <a:ext uri="{FF2B5EF4-FFF2-40B4-BE49-F238E27FC236}">
                <a16:creationId xmlns:a16="http://schemas.microsoft.com/office/drawing/2014/main" id="{B4346F00-EE31-251F-CA79-521DB0E589AC}"/>
              </a:ext>
            </a:extLst>
          </p:cNvPr>
          <p:cNvSpPr>
            <a:spLocks noGrp="1"/>
          </p:cNvSpPr>
          <p:nvPr>
            <p:ph type="body" sz="quarter" idx="10"/>
          </p:nvPr>
        </p:nvSpPr>
        <p:spPr>
          <a:xfrm>
            <a:off x="998747" y="2363042"/>
            <a:ext cx="11145119" cy="4720441"/>
          </a:xfrm>
        </p:spPr>
        <p:txBody>
          <a:bodyPr/>
          <a:lstStyle/>
          <a:p>
            <a:r>
              <a:rPr lang="en-US" b="1" dirty="0">
                <a:solidFill>
                  <a:schemeClr val="tx2">
                    <a:lumMod val="75000"/>
                  </a:schemeClr>
                </a:solidFill>
              </a:rPr>
              <a:t>Team Leader Name: Aadithya S Nair</a:t>
            </a:r>
          </a:p>
          <a:p>
            <a:r>
              <a:rPr lang="en-US" dirty="0"/>
              <a:t>Class: 12</a:t>
            </a:r>
            <a:r>
              <a:rPr lang="en-US" baseline="30000" dirty="0"/>
              <a:t>th </a:t>
            </a:r>
            <a:r>
              <a:rPr lang="en-US" dirty="0"/>
              <a:t>		Stream: Science		Age :17		Gender (M/F):  M</a:t>
            </a:r>
          </a:p>
          <a:p>
            <a:r>
              <a:rPr lang="en-US" b="1" dirty="0">
                <a:solidFill>
                  <a:schemeClr val="tx2">
                    <a:lumMod val="75000"/>
                  </a:schemeClr>
                </a:solidFill>
              </a:rPr>
              <a:t>Team Member 1 Name: Harry R</a:t>
            </a:r>
          </a:p>
          <a:p>
            <a:r>
              <a:rPr lang="en-US" dirty="0"/>
              <a:t>Class: 12</a:t>
            </a:r>
            <a:r>
              <a:rPr lang="en-US" baseline="30000" dirty="0"/>
              <a:t>th </a:t>
            </a:r>
            <a:r>
              <a:rPr lang="en-US" dirty="0"/>
              <a:t>		Stream: Science 		Age : 17		Gender (M/F):  M</a:t>
            </a:r>
          </a:p>
          <a:p>
            <a:r>
              <a:rPr lang="en-US" b="1" dirty="0">
                <a:solidFill>
                  <a:schemeClr val="tx2">
                    <a:lumMod val="75000"/>
                  </a:schemeClr>
                </a:solidFill>
              </a:rPr>
              <a:t>Team Member 2 Name: Niyati Reddy E</a:t>
            </a:r>
          </a:p>
          <a:p>
            <a:r>
              <a:rPr lang="en-US" dirty="0"/>
              <a:t>Class: 12</a:t>
            </a:r>
            <a:r>
              <a:rPr lang="en-US" baseline="30000" dirty="0"/>
              <a:t>th </a:t>
            </a:r>
            <a:r>
              <a:rPr lang="en-US" dirty="0"/>
              <a:t>		Stream: Science 		Age : 18		Gender (M/F):  F</a:t>
            </a:r>
          </a:p>
          <a:p>
            <a:endParaRPr lang="en-US" b="1" dirty="0">
              <a:solidFill>
                <a:schemeClr val="accent4">
                  <a:lumMod val="75000"/>
                </a:schemeClr>
              </a:solidFill>
            </a:endParaRPr>
          </a:p>
          <a:p>
            <a:r>
              <a:rPr lang="en-US" b="1" dirty="0">
                <a:solidFill>
                  <a:schemeClr val="accent4">
                    <a:lumMod val="75000"/>
                  </a:schemeClr>
                </a:solidFill>
              </a:rPr>
              <a:t>Team Mentor 1 Name: Varsha Vijay</a:t>
            </a:r>
          </a:p>
          <a:p>
            <a:r>
              <a:rPr lang="en-US" dirty="0"/>
              <a:t>Category :Academic                     Expertise (AI/ML/Blockchain etc.): AI		 Domain Experience (in </a:t>
            </a:r>
            <a:r>
              <a:rPr lang="en-US"/>
              <a:t>years):9.5    </a:t>
            </a:r>
            <a:endParaRPr lang="en-US" dirty="0"/>
          </a:p>
        </p:txBody>
      </p:sp>
    </p:spTree>
    <p:extLst>
      <p:ext uri="{BB962C8B-B14F-4D97-AF65-F5344CB8AC3E}">
        <p14:creationId xmlns:p14="http://schemas.microsoft.com/office/powerpoint/2010/main" val="1921691557"/>
      </p:ext>
    </p:extLst>
  </p:cSld>
  <p:clrMapOvr>
    <a:masterClrMapping/>
  </p:clrMapOvr>
</p:sld>
</file>

<file path=ppt/theme/theme1.xml><?xml version="1.0" encoding="utf-8"?>
<a:theme xmlns:a="http://schemas.openxmlformats.org/drawingml/2006/main" name="Theme1">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wissPresentation C_Win32_MW_JS_SL_v2.potx" id="{230A82CA-9023-4220-9E5B-0E652CF31B20}" vid="{96196EC2-C392-482E-BF29-9BD12A62668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9EC1AB0-9704-404D-B6D3-819D938AC55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1D20B6E4-879E-4E6C-BDE7-261540CD3765}">
  <ds:schemaRefs>
    <ds:schemaRef ds:uri="http://schemas.microsoft.com/sharepoint/v3/contenttype/forms"/>
  </ds:schemaRefs>
</ds:datastoreItem>
</file>

<file path=customXml/itemProps3.xml><?xml version="1.0" encoding="utf-8"?>
<ds:datastoreItem xmlns:ds="http://schemas.openxmlformats.org/officeDocument/2006/customXml" ds:itemID="{94F21D10-BD83-491A-AAA6-945C2DB1EB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tf78853419_win32 (1)</Template>
  <TotalTime>479</TotalTime>
  <Words>540</Words>
  <Application>Microsoft Office PowerPoint</Application>
  <PresentationFormat>Widescreen</PresentationFormat>
  <Paragraphs>52</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Calibri</vt:lpstr>
      <vt:lpstr>Franklin Gothic Book</vt:lpstr>
      <vt:lpstr>Franklin Gothic Demi</vt:lpstr>
      <vt:lpstr>Wingdings</vt:lpstr>
      <vt:lpstr>Theme1</vt:lpstr>
      <vt:lpstr>Basic Details of the Team and Problem Statement</vt:lpstr>
      <vt:lpstr>Idea/Approach Details</vt:lpstr>
      <vt:lpstr>Idea/Approach Details</vt:lpstr>
      <vt:lpstr>Team Member Details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Details of the              Team and Problem     Statement</dc:title>
  <dc:creator>Sarim Moin</dc:creator>
  <cp:lastModifiedBy>Aadithya Nair</cp:lastModifiedBy>
  <cp:revision>11</cp:revision>
  <dcterms:created xsi:type="dcterms:W3CDTF">2022-02-11T07:14:46Z</dcterms:created>
  <dcterms:modified xsi:type="dcterms:W3CDTF">2023-10-30T17:51:20Z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