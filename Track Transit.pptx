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8" r:id="rId4"/>
  </p:sldMasterIdLst>
  <p:notesMasterIdLst>
    <p:notesMasterId r:id="rId9"/>
  </p:notesMasterIdLst>
  <p:handoutMasterIdLst>
    <p:handoutMasterId r:id="rId10"/>
  </p:handoutMasterIdLst>
  <p:sldIdLst>
    <p:sldId id="350" r:id="rId5"/>
    <p:sldId id="361" r:id="rId6"/>
    <p:sldId id="366" r:id="rId7"/>
    <p:sldId id="367"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889" autoAdjust="0"/>
    <p:restoredTop sz="95226" autoAdjust="0"/>
  </p:normalViewPr>
  <p:slideViewPr>
    <p:cSldViewPr snapToGrid="0">
      <p:cViewPr varScale="1">
        <p:scale>
          <a:sx n="81" d="100"/>
          <a:sy n="81" d="100"/>
        </p:scale>
        <p:origin x="1080" y="62"/>
      </p:cViewPr>
      <p:guideLst/>
    </p:cSldViewPr>
  </p:slideViewPr>
  <p:notesTextViewPr>
    <p:cViewPr>
      <p:scale>
        <a:sx n="1" d="1"/>
        <a:sy n="1" d="1"/>
      </p:scale>
      <p:origin x="0" y="0"/>
    </p:cViewPr>
  </p:notesTextViewPr>
  <p:sorterViewPr>
    <p:cViewPr>
      <p:scale>
        <a:sx n="80" d="100"/>
        <a:sy n="80" d="100"/>
      </p:scale>
      <p:origin x="0" y="0"/>
    </p:cViewPr>
  </p:sorterViewPr>
  <p:notesViewPr>
    <p:cSldViewPr snapToGrid="0" showGuides="1">
      <p:cViewPr varScale="1">
        <p:scale>
          <a:sx n="60" d="100"/>
          <a:sy n="60" d="100"/>
        </p:scale>
        <p:origin x="3187" y="4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commentAuthors" Target="commentAuthors.xml"/><Relationship Id="rId5" Type="http://schemas.openxmlformats.org/officeDocument/2006/relationships/slide" Target="slides/slide1.xml"/><Relationship Id="rId15" Type="http://schemas.openxmlformats.org/officeDocument/2006/relationships/tableStyles" Target="tableStyles.xml"/><Relationship Id="rId10"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5B66E5-15AA-4745-8A67-3CE257BEE39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4" name="Footer Placeholder 3">
            <a:extLst>
              <a:ext uri="{FF2B5EF4-FFF2-40B4-BE49-F238E27FC236}">
                <a16:creationId xmlns:a16="http://schemas.microsoft.com/office/drawing/2014/main" id="{AC844A45-21B3-834A-A491-E4E4B9DC117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AC039FDB-18A0-074D-8BA3-A4C3DE896AF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E6D13E5-4CEC-3A4A-8E5D-AFCEE7512EEC}" type="slidenum">
              <a:t>‹#›</a:t>
            </a:fld>
            <a:endParaRPr lang="en-US" dirty="0"/>
          </a:p>
        </p:txBody>
      </p:sp>
    </p:spTree>
    <p:extLst>
      <p:ext uri="{BB962C8B-B14F-4D97-AF65-F5344CB8AC3E}">
        <p14:creationId xmlns:p14="http://schemas.microsoft.com/office/powerpoint/2010/main" val="26532284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E7A52F-9D89-7442-A8E9-48D1527B5F6B}" type="datetimeFigureOut">
              <a:rPr lang="en-US" smtClean="0"/>
              <a:t>10/30/2023</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9C7E07-3C67-C64C-8DA0-0404F6303970}" type="slidenum">
              <a:rPr lang="en-US" smtClean="0"/>
              <a:t>‹#›</a:t>
            </a:fld>
            <a:endParaRPr lang="en-US" dirty="0"/>
          </a:p>
        </p:txBody>
      </p:sp>
    </p:spTree>
    <p:extLst>
      <p:ext uri="{BB962C8B-B14F-4D97-AF65-F5344CB8AC3E}">
        <p14:creationId xmlns:p14="http://schemas.microsoft.com/office/powerpoint/2010/main" val="40325283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p:nvPr>
        </p:nvSpPr>
        <p:spPr>
          <a:xfrm>
            <a:off x="6367054" y="2116182"/>
            <a:ext cx="5491571" cy="1514019"/>
          </a:xfrm>
          <a:prstGeom prst="rect">
            <a:avLst/>
          </a:prstGeom>
        </p:spPr>
        <p:txBody>
          <a:bodyPr lIns="0" tIns="0" rIns="0" bIns="0" anchor="b">
            <a:noAutofit/>
          </a:bodyPr>
          <a:lstStyle>
            <a:lvl1pPr algn="l">
              <a:defRPr sz="6000" b="1" i="0" spc="100" baseline="0">
                <a:solidFill>
                  <a:schemeClr val="bg1"/>
                </a:solidFill>
                <a:latin typeface="+mj-lt"/>
              </a:defRPr>
            </a:lvl1pPr>
          </a:lstStyle>
          <a:p>
            <a:r>
              <a:rPr lang="en-US"/>
              <a:t>Click to edit Master title style</a:t>
            </a:r>
            <a:endParaRPr lang="en-US" dirty="0"/>
          </a:p>
        </p:txBody>
      </p:sp>
      <p:grpSp>
        <p:nvGrpSpPr>
          <p:cNvPr id="9" name="Group 8">
            <a:extLst>
              <a:ext uri="{FF2B5EF4-FFF2-40B4-BE49-F238E27FC236}">
                <a16:creationId xmlns:a16="http://schemas.microsoft.com/office/drawing/2014/main" id="{C26C18C3-ED25-DD4B-BA72-24932D54DE37}"/>
              </a:ext>
            </a:extLst>
          </p:cNvPr>
          <p:cNvGrpSpPr>
            <a:grpSpLocks/>
          </p:cNvGrpSpPr>
          <p:nvPr userDrawn="1"/>
        </p:nvGrpSpPr>
        <p:grpSpPr bwMode="auto">
          <a:xfrm>
            <a:off x="1" y="758752"/>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p:nvPr>
        </p:nvSpPr>
        <p:spPr>
          <a:xfrm>
            <a:off x="6367055" y="4549553"/>
            <a:ext cx="5491570" cy="953337"/>
          </a:xfrm>
        </p:spPr>
        <p:txBody>
          <a:bodyPr lIns="0" tIns="0" rIns="0" bIns="0">
            <a:noAutofit/>
          </a:bodyPr>
          <a:lstStyle>
            <a:lvl1pPr marL="0" indent="0">
              <a:buNone/>
              <a:defRPr sz="1800" b="0" i="0">
                <a:solidFill>
                  <a:schemeClr val="tx2"/>
                </a:solidFill>
                <a:latin typeface="+mn-lt"/>
              </a:defRPr>
            </a:lvl1pPr>
            <a:lvl2pPr>
              <a:defRPr sz="4000"/>
            </a:lvl2pPr>
            <a:lvl3pPr>
              <a:defRPr sz="4000"/>
            </a:lvl3pPr>
            <a:lvl4pPr>
              <a:defRPr sz="4000"/>
            </a:lvl4pPr>
            <a:lvl5pPr>
              <a:defRPr sz="4000"/>
            </a:lvl5pPr>
          </a:lstStyle>
          <a:p>
            <a:pPr lvl="0"/>
            <a:r>
              <a:rPr lang="en-US"/>
              <a:t>Click to edit Master text styles</a:t>
            </a:r>
          </a:p>
        </p:txBody>
      </p:sp>
      <p:cxnSp>
        <p:nvCxnSpPr>
          <p:cNvPr id="13" name="Straight Connector 12">
            <a:extLst>
              <a:ext uri="{FF2B5EF4-FFF2-40B4-BE49-F238E27FC236}">
                <a16:creationId xmlns:a16="http://schemas.microsoft.com/office/drawing/2014/main" id="{A69706A2-3726-FE4E-B923-E75D48597816}"/>
              </a:ext>
            </a:extLst>
          </p:cNvPr>
          <p:cNvCxnSpPr>
            <a:cxnSpLocks/>
          </p:cNvCxnSpPr>
          <p:nvPr userDrawn="1"/>
        </p:nvCxnSpPr>
        <p:spPr>
          <a:xfrm>
            <a:off x="5839833" y="5784349"/>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0271085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806C6F65-35CD-D64B-992A-0C1C1E00384D}"/>
              </a:ext>
            </a:extLst>
          </p:cNvPr>
          <p:cNvGrpSpPr/>
          <p:nvPr userDrawn="1"/>
        </p:nvGrpSpPr>
        <p:grpSpPr>
          <a:xfrm>
            <a:off x="6362700" y="0"/>
            <a:ext cx="5829298" cy="3235602"/>
            <a:chOff x="5612972" y="1"/>
            <a:chExt cx="6615961" cy="3672246"/>
          </a:xfrm>
        </p:grpSpPr>
        <p:sp>
          <p:nvSpPr>
            <p:cNvPr id="7" name="AutoShape 24">
              <a:extLst>
                <a:ext uri="{FF2B5EF4-FFF2-40B4-BE49-F238E27FC236}">
                  <a16:creationId xmlns:a16="http://schemas.microsoft.com/office/drawing/2014/main" id="{CFD467E2-FF13-7E4F-BEF9-EA1A17665B2D}"/>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8" name="Freeform 7">
              <a:extLst>
                <a:ext uri="{FF2B5EF4-FFF2-40B4-BE49-F238E27FC236}">
                  <a16:creationId xmlns:a16="http://schemas.microsoft.com/office/drawing/2014/main" id="{CA85A327-3157-B442-993A-6900F71249AC}"/>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9" name="Freeform 8">
              <a:extLst>
                <a:ext uri="{FF2B5EF4-FFF2-40B4-BE49-F238E27FC236}">
                  <a16:creationId xmlns:a16="http://schemas.microsoft.com/office/drawing/2014/main" id="{9A459CB4-74AF-0544-AB1E-7CC6D10F84EB}"/>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0" name="Freeform 9">
              <a:extLst>
                <a:ext uri="{FF2B5EF4-FFF2-40B4-BE49-F238E27FC236}">
                  <a16:creationId xmlns:a16="http://schemas.microsoft.com/office/drawing/2014/main" id="{95A20BFD-9142-D64A-A78A-61B75FCA0D76}"/>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dirty="0"/>
            </a:p>
          </p:txBody>
        </p:sp>
        <p:sp>
          <p:nvSpPr>
            <p:cNvPr id="11" name="Freeform 10">
              <a:extLst>
                <a:ext uri="{FF2B5EF4-FFF2-40B4-BE49-F238E27FC236}">
                  <a16:creationId xmlns:a16="http://schemas.microsoft.com/office/drawing/2014/main" id="{B80736DF-C890-DB47-AEAA-D3D92505E632}"/>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2" name="Title 1">
            <a:extLst>
              <a:ext uri="{FF2B5EF4-FFF2-40B4-BE49-F238E27FC236}">
                <a16:creationId xmlns:a16="http://schemas.microsoft.com/office/drawing/2014/main" id="{39F93F26-ED5C-E74E-BFBD-E3054DC1B9C1}"/>
              </a:ext>
            </a:extLst>
          </p:cNvPr>
          <p:cNvSpPr>
            <a:spLocks noGrp="1"/>
          </p:cNvSpPr>
          <p:nvPr>
            <p:ph type="title"/>
          </p:nvPr>
        </p:nvSpPr>
        <p:spPr>
          <a:xfrm>
            <a:off x="964023" y="879063"/>
            <a:ext cx="4941477" cy="610863"/>
          </a:xfrm>
          <a:prstGeom prst="rect">
            <a:avLst/>
          </a:prstGeom>
        </p:spPr>
        <p:txBody>
          <a:bodyPr lIns="0" tIns="0" rIns="0" bIns="0" anchor="b" anchorCtr="0">
            <a:normAutofit/>
          </a:bodyPr>
          <a:lstStyle>
            <a:lvl1pPr>
              <a:defRPr sz="4400" b="1" i="0" spc="50" baseline="0">
                <a:latin typeface="+mj-lt"/>
              </a:defRPr>
            </a:lvl1pPr>
          </a:lstStyle>
          <a:p>
            <a:r>
              <a:rPr lang="en-US"/>
              <a:t>Click to edit Master title style</a:t>
            </a:r>
            <a:endParaRPr lang="en-US" dirty="0"/>
          </a:p>
        </p:txBody>
      </p:sp>
      <p:cxnSp>
        <p:nvCxnSpPr>
          <p:cNvPr id="13" name="Straight Connector 12">
            <a:extLst>
              <a:ext uri="{FF2B5EF4-FFF2-40B4-BE49-F238E27FC236}">
                <a16:creationId xmlns:a16="http://schemas.microsoft.com/office/drawing/2014/main" id="{CF0FD074-81E2-0D4E-8446-C5B415B238A0}"/>
              </a:ext>
            </a:extLst>
          </p:cNvPr>
          <p:cNvCxnSpPr>
            <a:cxnSpLocks/>
          </p:cNvCxnSpPr>
          <p:nvPr userDrawn="1"/>
        </p:nvCxnSpPr>
        <p:spPr>
          <a:xfrm>
            <a:off x="952500" y="1934655"/>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4" name="Text Placeholder 29">
            <a:extLst>
              <a:ext uri="{FF2B5EF4-FFF2-40B4-BE49-F238E27FC236}">
                <a16:creationId xmlns:a16="http://schemas.microsoft.com/office/drawing/2014/main" id="{58AAB058-5FFC-9E4E-AD2E-FB1B4EE51025}"/>
              </a:ext>
            </a:extLst>
          </p:cNvPr>
          <p:cNvSpPr>
            <a:spLocks noGrp="1"/>
          </p:cNvSpPr>
          <p:nvPr>
            <p:ph type="body" sz="quarter" idx="13"/>
          </p:nvPr>
        </p:nvSpPr>
        <p:spPr>
          <a:xfrm>
            <a:off x="952500" y="2818296"/>
            <a:ext cx="2133600" cy="369332"/>
          </a:xfrm>
        </p:spPr>
        <p:txBody>
          <a:bodyPr lIns="0" tIns="0" rIns="0" bIns="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15" name="Text Placeholder 29">
            <a:extLst>
              <a:ext uri="{FF2B5EF4-FFF2-40B4-BE49-F238E27FC236}">
                <a16:creationId xmlns:a16="http://schemas.microsoft.com/office/drawing/2014/main" id="{18ABDA74-C3EC-274D-BE87-AC5B825A2A4C}"/>
              </a:ext>
            </a:extLst>
          </p:cNvPr>
          <p:cNvSpPr>
            <a:spLocks noGrp="1"/>
          </p:cNvSpPr>
          <p:nvPr>
            <p:ph type="body" sz="quarter" idx="14"/>
          </p:nvPr>
        </p:nvSpPr>
        <p:spPr>
          <a:xfrm>
            <a:off x="952500" y="2209800"/>
            <a:ext cx="2133600" cy="205837"/>
          </a:xfrm>
        </p:spPr>
        <p:txBody>
          <a:bodyPr lIns="0" tIns="0" rIns="0" bIns="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a:r>
              <a:rPr lang="en-US"/>
              <a:t>Click to edit Master text styles</a:t>
            </a:r>
          </a:p>
        </p:txBody>
      </p:sp>
      <p:cxnSp>
        <p:nvCxnSpPr>
          <p:cNvPr id="16" name="Straight Connector 15">
            <a:extLst>
              <a:ext uri="{FF2B5EF4-FFF2-40B4-BE49-F238E27FC236}">
                <a16:creationId xmlns:a16="http://schemas.microsoft.com/office/drawing/2014/main" id="{A3DDE02E-BC75-2645-8725-CA2CFD327A3C}"/>
              </a:ext>
            </a:extLst>
          </p:cNvPr>
          <p:cNvCxnSpPr>
            <a:cxnSpLocks/>
          </p:cNvCxnSpPr>
          <p:nvPr userDrawn="1"/>
        </p:nvCxnSpPr>
        <p:spPr>
          <a:xfrm>
            <a:off x="3663043"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7" name="Text Placeholder 29">
            <a:extLst>
              <a:ext uri="{FF2B5EF4-FFF2-40B4-BE49-F238E27FC236}">
                <a16:creationId xmlns:a16="http://schemas.microsoft.com/office/drawing/2014/main" id="{3ABA9FD1-9B74-F14F-81EF-7B3407196B03}"/>
              </a:ext>
            </a:extLst>
          </p:cNvPr>
          <p:cNvSpPr>
            <a:spLocks noGrp="1"/>
          </p:cNvSpPr>
          <p:nvPr>
            <p:ph type="body" sz="quarter" idx="15"/>
          </p:nvPr>
        </p:nvSpPr>
        <p:spPr>
          <a:xfrm>
            <a:off x="3663042" y="2818296"/>
            <a:ext cx="2128157" cy="369332"/>
          </a:xfrm>
        </p:spPr>
        <p:txBody>
          <a:bodyPr lIns="0" tIns="0" rIns="0" bIns="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18" name="Text Placeholder 29">
            <a:extLst>
              <a:ext uri="{FF2B5EF4-FFF2-40B4-BE49-F238E27FC236}">
                <a16:creationId xmlns:a16="http://schemas.microsoft.com/office/drawing/2014/main" id="{0E9E9D03-0186-5B4C-A73F-95ADCD08A44A}"/>
              </a:ext>
            </a:extLst>
          </p:cNvPr>
          <p:cNvSpPr>
            <a:spLocks noGrp="1"/>
          </p:cNvSpPr>
          <p:nvPr>
            <p:ph type="body" sz="quarter" idx="16"/>
          </p:nvPr>
        </p:nvSpPr>
        <p:spPr>
          <a:xfrm>
            <a:off x="3663042" y="2209800"/>
            <a:ext cx="2128157" cy="205837"/>
          </a:xfrm>
        </p:spPr>
        <p:txBody>
          <a:bodyPr lIns="0" tIns="0" rIns="0" bIns="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a:r>
              <a:rPr lang="en-US"/>
              <a:t>Click to edit Master text styles</a:t>
            </a:r>
          </a:p>
        </p:txBody>
      </p:sp>
      <p:cxnSp>
        <p:nvCxnSpPr>
          <p:cNvPr id="20" name="Straight Connector 19">
            <a:extLst>
              <a:ext uri="{FF2B5EF4-FFF2-40B4-BE49-F238E27FC236}">
                <a16:creationId xmlns:a16="http://schemas.microsoft.com/office/drawing/2014/main" id="{E01EE6FD-FABB-AD48-92DA-19805B502918}"/>
              </a:ext>
            </a:extLst>
          </p:cNvPr>
          <p:cNvCxnSpPr>
            <a:cxnSpLocks/>
          </p:cNvCxnSpPr>
          <p:nvPr userDrawn="1"/>
        </p:nvCxnSpPr>
        <p:spPr>
          <a:xfrm>
            <a:off x="952500" y="4248119"/>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1" name="Text Placeholder 29">
            <a:extLst>
              <a:ext uri="{FF2B5EF4-FFF2-40B4-BE49-F238E27FC236}">
                <a16:creationId xmlns:a16="http://schemas.microsoft.com/office/drawing/2014/main" id="{F953BCFF-5CB8-784F-ACC1-A14670E62196}"/>
              </a:ext>
            </a:extLst>
          </p:cNvPr>
          <p:cNvSpPr>
            <a:spLocks noGrp="1"/>
          </p:cNvSpPr>
          <p:nvPr>
            <p:ph type="body" sz="quarter" idx="19"/>
          </p:nvPr>
        </p:nvSpPr>
        <p:spPr>
          <a:xfrm>
            <a:off x="952500" y="5131299"/>
            <a:ext cx="2133600" cy="369332"/>
          </a:xfrm>
        </p:spPr>
        <p:txBody>
          <a:bodyPr lIns="0" tIns="0" rIns="0" bIns="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22" name="Text Placeholder 29">
            <a:extLst>
              <a:ext uri="{FF2B5EF4-FFF2-40B4-BE49-F238E27FC236}">
                <a16:creationId xmlns:a16="http://schemas.microsoft.com/office/drawing/2014/main" id="{97DCC038-CDD3-1D48-B8BA-2617616935C5}"/>
              </a:ext>
            </a:extLst>
          </p:cNvPr>
          <p:cNvSpPr>
            <a:spLocks noGrp="1"/>
          </p:cNvSpPr>
          <p:nvPr>
            <p:ph type="body" sz="quarter" idx="20"/>
          </p:nvPr>
        </p:nvSpPr>
        <p:spPr>
          <a:xfrm>
            <a:off x="952500" y="4522803"/>
            <a:ext cx="2133600" cy="205837"/>
          </a:xfrm>
        </p:spPr>
        <p:txBody>
          <a:bodyPr lIns="0" tIns="0" rIns="0" bIns="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a:r>
              <a:rPr lang="en-US"/>
              <a:t>Click to edit Master text styles</a:t>
            </a:r>
          </a:p>
        </p:txBody>
      </p:sp>
      <p:cxnSp>
        <p:nvCxnSpPr>
          <p:cNvPr id="23" name="Straight Connector 22">
            <a:extLst>
              <a:ext uri="{FF2B5EF4-FFF2-40B4-BE49-F238E27FC236}">
                <a16:creationId xmlns:a16="http://schemas.microsoft.com/office/drawing/2014/main" id="{93BB36CC-7349-334D-A028-58D01025E726}"/>
              </a:ext>
            </a:extLst>
          </p:cNvPr>
          <p:cNvCxnSpPr>
            <a:cxnSpLocks/>
          </p:cNvCxnSpPr>
          <p:nvPr userDrawn="1"/>
        </p:nvCxnSpPr>
        <p:spPr>
          <a:xfrm>
            <a:off x="3663043" y="4252111"/>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4" name="Text Placeholder 29">
            <a:extLst>
              <a:ext uri="{FF2B5EF4-FFF2-40B4-BE49-F238E27FC236}">
                <a16:creationId xmlns:a16="http://schemas.microsoft.com/office/drawing/2014/main" id="{C20DFC6E-CE65-E94B-921D-38F386E173F2}"/>
              </a:ext>
            </a:extLst>
          </p:cNvPr>
          <p:cNvSpPr>
            <a:spLocks noGrp="1"/>
          </p:cNvSpPr>
          <p:nvPr>
            <p:ph type="body" sz="quarter" idx="21"/>
          </p:nvPr>
        </p:nvSpPr>
        <p:spPr>
          <a:xfrm>
            <a:off x="3663042" y="5131299"/>
            <a:ext cx="2128157" cy="369332"/>
          </a:xfrm>
        </p:spPr>
        <p:txBody>
          <a:bodyPr lIns="0" tIns="0" rIns="0" bIns="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25" name="Text Placeholder 29">
            <a:extLst>
              <a:ext uri="{FF2B5EF4-FFF2-40B4-BE49-F238E27FC236}">
                <a16:creationId xmlns:a16="http://schemas.microsoft.com/office/drawing/2014/main" id="{773FBF72-A3D8-2F4E-BAD2-2755F0BE4A47}"/>
              </a:ext>
            </a:extLst>
          </p:cNvPr>
          <p:cNvSpPr>
            <a:spLocks noGrp="1"/>
          </p:cNvSpPr>
          <p:nvPr>
            <p:ph type="body" sz="quarter" idx="22"/>
          </p:nvPr>
        </p:nvSpPr>
        <p:spPr>
          <a:xfrm>
            <a:off x="3663042" y="4522803"/>
            <a:ext cx="2128157" cy="205837"/>
          </a:xfrm>
        </p:spPr>
        <p:txBody>
          <a:bodyPr lIns="0" tIns="0" rIns="0" bIns="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a:r>
              <a:rPr lang="en-US"/>
              <a:t>Click to edit Master text styles</a:t>
            </a:r>
          </a:p>
        </p:txBody>
      </p:sp>
      <p:cxnSp>
        <p:nvCxnSpPr>
          <p:cNvPr id="26" name="Straight Connector 25">
            <a:extLst>
              <a:ext uri="{FF2B5EF4-FFF2-40B4-BE49-F238E27FC236}">
                <a16:creationId xmlns:a16="http://schemas.microsoft.com/office/drawing/2014/main" id="{C402C0D4-D9C4-F547-B996-38177302A3DC}"/>
              </a:ext>
            </a:extLst>
          </p:cNvPr>
          <p:cNvCxnSpPr>
            <a:cxnSpLocks/>
          </p:cNvCxnSpPr>
          <p:nvPr userDrawn="1"/>
        </p:nvCxnSpPr>
        <p:spPr>
          <a:xfrm>
            <a:off x="6367055" y="4252111"/>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7" name="Text Placeholder 29">
            <a:extLst>
              <a:ext uri="{FF2B5EF4-FFF2-40B4-BE49-F238E27FC236}">
                <a16:creationId xmlns:a16="http://schemas.microsoft.com/office/drawing/2014/main" id="{9B18A1DC-4A61-514B-9F70-1DCC893EBB17}"/>
              </a:ext>
            </a:extLst>
          </p:cNvPr>
          <p:cNvSpPr>
            <a:spLocks noGrp="1"/>
          </p:cNvSpPr>
          <p:nvPr>
            <p:ph type="body" sz="quarter" idx="23"/>
          </p:nvPr>
        </p:nvSpPr>
        <p:spPr>
          <a:xfrm>
            <a:off x="6367054" y="5131299"/>
            <a:ext cx="2129245" cy="369332"/>
          </a:xfrm>
        </p:spPr>
        <p:txBody>
          <a:bodyPr lIns="0" tIns="0" rIns="0" bIns="0">
            <a:noAutofit/>
          </a:bodyPr>
          <a:lstStyle>
            <a:lvl1pPr marL="0" indent="0">
              <a:lnSpc>
                <a:spcPct val="100000"/>
              </a:lnSpc>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28" name="Text Placeholder 29">
            <a:extLst>
              <a:ext uri="{FF2B5EF4-FFF2-40B4-BE49-F238E27FC236}">
                <a16:creationId xmlns:a16="http://schemas.microsoft.com/office/drawing/2014/main" id="{DD138509-2AA1-D540-90D6-288474956619}"/>
              </a:ext>
            </a:extLst>
          </p:cNvPr>
          <p:cNvSpPr>
            <a:spLocks noGrp="1"/>
          </p:cNvSpPr>
          <p:nvPr>
            <p:ph type="body" sz="quarter" idx="24"/>
          </p:nvPr>
        </p:nvSpPr>
        <p:spPr>
          <a:xfrm>
            <a:off x="6367054" y="4522803"/>
            <a:ext cx="2129245" cy="205837"/>
          </a:xfrm>
        </p:spPr>
        <p:txBody>
          <a:bodyPr lIns="0" tIns="0" rIns="0" bIns="0">
            <a:noAutofit/>
          </a:bodyPr>
          <a:lstStyle>
            <a:lvl1pPr marL="0" indent="0">
              <a:lnSpc>
                <a:spcPct val="100000"/>
              </a:lnSpc>
              <a:spcBef>
                <a:spcPts val="400"/>
              </a:spcBef>
              <a:buNone/>
              <a:defRPr sz="1800" b="0" i="0">
                <a:solidFill>
                  <a:schemeClr val="tx2"/>
                </a:solidFill>
                <a:latin typeface="+mj-lt"/>
              </a:defRPr>
            </a:lvl1pPr>
            <a:lvl2pPr>
              <a:defRPr sz="4000"/>
            </a:lvl2pPr>
            <a:lvl3pPr>
              <a:defRPr sz="4000"/>
            </a:lvl3pPr>
            <a:lvl4pPr>
              <a:defRPr sz="4000"/>
            </a:lvl4pPr>
            <a:lvl5pPr>
              <a:defRPr sz="4000"/>
            </a:lvl5pPr>
          </a:lstStyle>
          <a:p>
            <a:pPr lvl="0"/>
            <a:r>
              <a:rPr lang="en-US"/>
              <a:t>Click to edit Master text styles</a:t>
            </a:r>
          </a:p>
        </p:txBody>
      </p:sp>
      <p:sp>
        <p:nvSpPr>
          <p:cNvPr id="2" name="Date Placeholder 1">
            <a:extLst>
              <a:ext uri="{FF2B5EF4-FFF2-40B4-BE49-F238E27FC236}">
                <a16:creationId xmlns:a16="http://schemas.microsoft.com/office/drawing/2014/main" id="{62655503-4608-4F79-A5D4-B2F67958F263}"/>
              </a:ext>
            </a:extLst>
          </p:cNvPr>
          <p:cNvSpPr>
            <a:spLocks noGrp="1"/>
          </p:cNvSpPr>
          <p:nvPr>
            <p:ph type="dt" sz="half" idx="25"/>
          </p:nvPr>
        </p:nvSpPr>
        <p:spPr/>
        <p:txBody>
          <a:bodyPr/>
          <a:lstStyle/>
          <a:p>
            <a:fld id="{6FCA8E82-58CD-E045-8B98-B7A85B79B752}" type="datetime4">
              <a:rPr lang="en-US" smtClean="0"/>
              <a:pPr/>
              <a:t>October 30, 2023</a:t>
            </a:fld>
            <a:endParaRPr lang="en-US" dirty="0">
              <a:latin typeface="+mn-lt"/>
            </a:endParaRPr>
          </a:p>
        </p:txBody>
      </p:sp>
      <p:sp>
        <p:nvSpPr>
          <p:cNvPr id="3" name="Footer Placeholder 2">
            <a:extLst>
              <a:ext uri="{FF2B5EF4-FFF2-40B4-BE49-F238E27FC236}">
                <a16:creationId xmlns:a16="http://schemas.microsoft.com/office/drawing/2014/main" id="{9DAFA395-FE4C-4A99-A74E-57757D8473E1}"/>
              </a:ext>
            </a:extLst>
          </p:cNvPr>
          <p:cNvSpPr>
            <a:spLocks noGrp="1"/>
          </p:cNvSpPr>
          <p:nvPr>
            <p:ph type="ftr" sz="quarter" idx="26"/>
          </p:nvPr>
        </p:nvSpPr>
        <p:spPr/>
        <p:txBody>
          <a:bodyPr/>
          <a:lstStyle/>
          <a:p>
            <a:r>
              <a:rPr lang="en-US" dirty="0"/>
              <a:t>Annual Review</a:t>
            </a:r>
            <a:endParaRPr lang="en-US" b="0" dirty="0"/>
          </a:p>
        </p:txBody>
      </p:sp>
      <p:sp>
        <p:nvSpPr>
          <p:cNvPr id="4" name="Slide Number Placeholder 3">
            <a:extLst>
              <a:ext uri="{FF2B5EF4-FFF2-40B4-BE49-F238E27FC236}">
                <a16:creationId xmlns:a16="http://schemas.microsoft.com/office/drawing/2014/main" id="{30A6A117-A0E8-43E1-9120-CE3B8B97667F}"/>
              </a:ext>
            </a:extLst>
          </p:cNvPr>
          <p:cNvSpPr>
            <a:spLocks noGrp="1"/>
          </p:cNvSpPr>
          <p:nvPr>
            <p:ph type="sldNum" sz="quarter" idx="27"/>
          </p:nvPr>
        </p:nvSpPr>
        <p:spPr/>
        <p:txBody>
          <a:bodyPr/>
          <a:lstStyle/>
          <a:p>
            <a:fld id="{294A09A9-5501-47C1-A89A-A340965A2BE2}" type="slidenum">
              <a:rPr lang="en-US" smtClean="0"/>
              <a:pPr/>
              <a:t>‹#›</a:t>
            </a:fld>
            <a:endParaRPr lang="en-US" dirty="0">
              <a:latin typeface="+mn-lt"/>
            </a:endParaRPr>
          </a:p>
        </p:txBody>
      </p:sp>
    </p:spTree>
    <p:extLst>
      <p:ext uri="{BB962C8B-B14F-4D97-AF65-F5344CB8AC3E}">
        <p14:creationId xmlns:p14="http://schemas.microsoft.com/office/powerpoint/2010/main" val="40930664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C82066DD-D313-D148-89C7-338EB873A730}"/>
              </a:ext>
            </a:extLst>
          </p:cNvPr>
          <p:cNvGrpSpPr>
            <a:grpSpLocks/>
          </p:cNvGrpSpPr>
          <p:nvPr userDrawn="1"/>
        </p:nvGrpSpPr>
        <p:grpSpPr bwMode="auto">
          <a:xfrm rot="16200000" flipV="1">
            <a:off x="0" y="3900132"/>
            <a:ext cx="2959226" cy="2959226"/>
            <a:chOff x="0" y="12289"/>
            <a:chExt cx="3550" cy="3551"/>
          </a:xfrm>
        </p:grpSpPr>
        <p:sp>
          <p:nvSpPr>
            <p:cNvPr id="15" name="Freeform 14">
              <a:extLst>
                <a:ext uri="{FF2B5EF4-FFF2-40B4-BE49-F238E27FC236}">
                  <a16:creationId xmlns:a16="http://schemas.microsoft.com/office/drawing/2014/main" id="{A5BBD7C7-99D1-E841-A081-6912D1F2B855}"/>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6" name="Freeform 15">
              <a:extLst>
                <a:ext uri="{FF2B5EF4-FFF2-40B4-BE49-F238E27FC236}">
                  <a16:creationId xmlns:a16="http://schemas.microsoft.com/office/drawing/2014/main" id="{227A14EE-CB79-754A-8B19-EB9874B3158E}"/>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9" name="Freeform 18">
              <a:extLst>
                <a:ext uri="{FF2B5EF4-FFF2-40B4-BE49-F238E27FC236}">
                  <a16:creationId xmlns:a16="http://schemas.microsoft.com/office/drawing/2014/main" id="{35B38B80-C3D3-4C47-B468-C41A8FF36F2A}"/>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14" name="Picture Placeholder 2">
            <a:extLst>
              <a:ext uri="{FF2B5EF4-FFF2-40B4-BE49-F238E27FC236}">
                <a16:creationId xmlns:a16="http://schemas.microsoft.com/office/drawing/2014/main" id="{F0C4E8C2-3240-594A-9D5E-1BCD1AF44C5E}"/>
              </a:ext>
            </a:extLst>
          </p:cNvPr>
          <p:cNvSpPr>
            <a:spLocks noGrp="1"/>
          </p:cNvSpPr>
          <p:nvPr>
            <p:ph type="pic" sz="quarter" idx="13"/>
          </p:nvPr>
        </p:nvSpPr>
        <p:spPr>
          <a:xfrm>
            <a:off x="6096000" y="-22543"/>
            <a:ext cx="6096000" cy="6903086"/>
          </a:xfrm>
        </p:spPr>
        <p:txBody>
          <a:bodyPr/>
          <a:lstStyle/>
          <a:p>
            <a:r>
              <a:rPr lang="en-US" dirty="0"/>
              <a:t>Click icon to add picture</a:t>
            </a:r>
          </a:p>
        </p:txBody>
      </p:sp>
      <p:sp>
        <p:nvSpPr>
          <p:cNvPr id="9" name="Title 1">
            <a:extLst>
              <a:ext uri="{FF2B5EF4-FFF2-40B4-BE49-F238E27FC236}">
                <a16:creationId xmlns:a16="http://schemas.microsoft.com/office/drawing/2014/main" id="{A5C37098-CEB2-1E45-989B-3DD92F3B1A30}"/>
              </a:ext>
            </a:extLst>
          </p:cNvPr>
          <p:cNvSpPr>
            <a:spLocks noGrp="1"/>
          </p:cNvSpPr>
          <p:nvPr>
            <p:ph type="title"/>
          </p:nvPr>
        </p:nvSpPr>
        <p:spPr>
          <a:xfrm>
            <a:off x="964023" y="879063"/>
            <a:ext cx="4941477" cy="610863"/>
          </a:xfrm>
          <a:prstGeom prst="rect">
            <a:avLst/>
          </a:prstGeom>
        </p:spPr>
        <p:txBody>
          <a:bodyPr lIns="0" tIns="0" rIns="0" bIns="0" anchor="b" anchorCtr="0">
            <a:normAutofit/>
          </a:bodyPr>
          <a:lstStyle>
            <a:lvl1pPr>
              <a:defRPr sz="4400" b="1" i="0">
                <a:latin typeface="+mj-lt"/>
              </a:defRPr>
            </a:lvl1pPr>
          </a:lstStyle>
          <a:p>
            <a:r>
              <a:rPr lang="en-US"/>
              <a:t>Click to edit Master title style</a:t>
            </a:r>
            <a:endParaRPr lang="en-US" dirty="0"/>
          </a:p>
        </p:txBody>
      </p:sp>
      <p:cxnSp>
        <p:nvCxnSpPr>
          <p:cNvPr id="17" name="Straight Connector 16">
            <a:extLst>
              <a:ext uri="{FF2B5EF4-FFF2-40B4-BE49-F238E27FC236}">
                <a16:creationId xmlns:a16="http://schemas.microsoft.com/office/drawing/2014/main" id="{1D23F761-57FC-3649-AE84-0C3EF95EF561}"/>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8" name="Text Placeholder 29">
            <a:extLst>
              <a:ext uri="{FF2B5EF4-FFF2-40B4-BE49-F238E27FC236}">
                <a16:creationId xmlns:a16="http://schemas.microsoft.com/office/drawing/2014/main" id="{E66F2BC9-2F8A-1543-9AFD-9BAB0E75B31C}"/>
              </a:ext>
            </a:extLst>
          </p:cNvPr>
          <p:cNvSpPr>
            <a:spLocks noGrp="1"/>
          </p:cNvSpPr>
          <p:nvPr>
            <p:ph type="body" sz="quarter" idx="11"/>
          </p:nvPr>
        </p:nvSpPr>
        <p:spPr>
          <a:xfrm>
            <a:off x="952499" y="2289363"/>
            <a:ext cx="4572001" cy="2795232"/>
          </a:xfrm>
        </p:spPr>
        <p:txBody>
          <a:bodyPr lIns="0" tIns="0" rIns="0" bIns="0">
            <a:noAutofit/>
          </a:bodyPr>
          <a:lstStyle>
            <a:lvl1pPr marL="0" indent="0">
              <a:lnSpc>
                <a:spcPct val="100000"/>
              </a:lnSpc>
              <a:buNone/>
              <a:defRPr sz="16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2" name="Date Placeholder 1">
            <a:extLst>
              <a:ext uri="{FF2B5EF4-FFF2-40B4-BE49-F238E27FC236}">
                <a16:creationId xmlns:a16="http://schemas.microsoft.com/office/drawing/2014/main" id="{CA64E0B3-57C5-4DAF-8531-F39610E77C09}"/>
              </a:ext>
            </a:extLst>
          </p:cNvPr>
          <p:cNvSpPr>
            <a:spLocks noGrp="1"/>
          </p:cNvSpPr>
          <p:nvPr>
            <p:ph type="dt" sz="half" idx="14"/>
          </p:nvPr>
        </p:nvSpPr>
        <p:spPr/>
        <p:txBody>
          <a:bodyPr/>
          <a:lstStyle/>
          <a:p>
            <a:fld id="{6FCA8E82-58CD-E045-8B98-B7A85B79B752}" type="datetime4">
              <a:rPr lang="en-US" smtClean="0"/>
              <a:pPr/>
              <a:t>October 30, 2023</a:t>
            </a:fld>
            <a:endParaRPr lang="en-US" dirty="0">
              <a:latin typeface="+mn-lt"/>
            </a:endParaRPr>
          </a:p>
        </p:txBody>
      </p:sp>
      <p:sp>
        <p:nvSpPr>
          <p:cNvPr id="3" name="Footer Placeholder 2">
            <a:extLst>
              <a:ext uri="{FF2B5EF4-FFF2-40B4-BE49-F238E27FC236}">
                <a16:creationId xmlns:a16="http://schemas.microsoft.com/office/drawing/2014/main" id="{B7E0EC46-C626-4D58-AB64-0B3B850D1482}"/>
              </a:ext>
            </a:extLst>
          </p:cNvPr>
          <p:cNvSpPr>
            <a:spLocks noGrp="1"/>
          </p:cNvSpPr>
          <p:nvPr>
            <p:ph type="ftr" sz="quarter" idx="15"/>
          </p:nvPr>
        </p:nvSpPr>
        <p:spPr/>
        <p:txBody>
          <a:bodyPr/>
          <a:lstStyle/>
          <a:p>
            <a:r>
              <a:rPr lang="en-US" dirty="0"/>
              <a:t>Annual Review</a:t>
            </a:r>
            <a:endParaRPr lang="en-US" b="0" dirty="0"/>
          </a:p>
        </p:txBody>
      </p:sp>
      <p:sp>
        <p:nvSpPr>
          <p:cNvPr id="4" name="Slide Number Placeholder 3">
            <a:extLst>
              <a:ext uri="{FF2B5EF4-FFF2-40B4-BE49-F238E27FC236}">
                <a16:creationId xmlns:a16="http://schemas.microsoft.com/office/drawing/2014/main" id="{8F25D00C-8F5C-4528-87FA-F9431D967555}"/>
              </a:ext>
            </a:extLst>
          </p:cNvPr>
          <p:cNvSpPr>
            <a:spLocks noGrp="1"/>
          </p:cNvSpPr>
          <p:nvPr>
            <p:ph type="sldNum" sz="quarter" idx="16"/>
          </p:nvPr>
        </p:nvSpPr>
        <p:spPr/>
        <p:txBody>
          <a:bodyPr/>
          <a:lstStyle/>
          <a:p>
            <a:fld id="{294A09A9-5501-47C1-A89A-A340965A2BE2}" type="slidenum">
              <a:rPr lang="en-US" smtClean="0"/>
              <a:pPr/>
              <a:t>‹#›</a:t>
            </a:fld>
            <a:endParaRPr lang="en-US" dirty="0">
              <a:latin typeface="+mn-lt"/>
            </a:endParaRPr>
          </a:p>
        </p:txBody>
      </p:sp>
    </p:spTree>
    <p:extLst>
      <p:ext uri="{BB962C8B-B14F-4D97-AF65-F5344CB8AC3E}">
        <p14:creationId xmlns:p14="http://schemas.microsoft.com/office/powerpoint/2010/main" val="3073769527"/>
      </p:ext>
    </p:extLst>
  </p:cSld>
  <p:clrMapOvr>
    <a:masterClrMapping/>
  </p:clrMapOvr>
  <p:extLst>
    <p:ext uri="{DCECCB84-F9BA-43D5-87BE-67443E8EF086}">
      <p15:sldGuideLst xmlns:p15="http://schemas.microsoft.com/office/powerpoint/2012/main">
        <p15:guide id="1" pos="600">
          <p15:clr>
            <a:srgbClr val="FBAE40"/>
          </p15:clr>
        </p15:guide>
        <p15:guide id="6" pos="3480" userDrawn="1">
          <p15:clr>
            <a:srgbClr val="FBAE40"/>
          </p15:clr>
        </p15:guide>
        <p15:guide id="7" orient="horz" pos="1440" userDrawn="1">
          <p15:clr>
            <a:srgbClr val="FBAE40"/>
          </p15:clr>
        </p15:guide>
        <p15:guide id="9" orient="horz" pos="1224" userDrawn="1">
          <p15:clr>
            <a:srgbClr val="FBAE40"/>
          </p15:clr>
        </p15:guide>
        <p15:guide id="10" orient="horz" pos="552"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reak">
    <p:bg>
      <p:bgPr>
        <a:solidFill>
          <a:schemeClr val="tx1"/>
        </a:solidFill>
        <a:effectLst/>
      </p:bgPr>
    </p:bg>
    <p:spTree>
      <p:nvGrpSpPr>
        <p:cNvPr id="1" name=""/>
        <p:cNvGrpSpPr/>
        <p:nvPr/>
      </p:nvGrpSpPr>
      <p:grpSpPr>
        <a:xfrm>
          <a:off x="0" y="0"/>
          <a:ext cx="0" cy="0"/>
          <a:chOff x="0" y="0"/>
          <a:chExt cx="0" cy="0"/>
        </a:xfrm>
      </p:grpSpPr>
      <p:sp>
        <p:nvSpPr>
          <p:cNvPr id="21" name="Picture Placeholder 2">
            <a:extLst>
              <a:ext uri="{FF2B5EF4-FFF2-40B4-BE49-F238E27FC236}">
                <a16:creationId xmlns:a16="http://schemas.microsoft.com/office/drawing/2014/main" id="{50E2385F-F6FA-D345-AF77-A9EE8E49310D}"/>
              </a:ext>
            </a:extLst>
          </p:cNvPr>
          <p:cNvSpPr>
            <a:spLocks noGrp="1"/>
          </p:cNvSpPr>
          <p:nvPr>
            <p:ph type="pic" sz="quarter" idx="13"/>
          </p:nvPr>
        </p:nvSpPr>
        <p:spPr>
          <a:xfrm>
            <a:off x="0" y="0"/>
            <a:ext cx="12191998" cy="6858000"/>
          </a:xfrm>
          <a:solidFill>
            <a:schemeClr val="accent2"/>
          </a:solidFill>
        </p:spPr>
        <p:txBody>
          <a:bodyPr/>
          <a:lstStyle/>
          <a:p>
            <a:r>
              <a:rPr lang="en-US" dirty="0"/>
              <a:t>Click icon to add picture</a:t>
            </a:r>
          </a:p>
        </p:txBody>
      </p:sp>
      <p:sp>
        <p:nvSpPr>
          <p:cNvPr id="18" name="Title 1">
            <a:extLst>
              <a:ext uri="{FF2B5EF4-FFF2-40B4-BE49-F238E27FC236}">
                <a16:creationId xmlns:a16="http://schemas.microsoft.com/office/drawing/2014/main" id="{8D492973-78E3-D34E-835E-CF2D4517016D}"/>
              </a:ext>
            </a:extLst>
          </p:cNvPr>
          <p:cNvSpPr>
            <a:spLocks noGrp="1"/>
          </p:cNvSpPr>
          <p:nvPr>
            <p:ph type="title"/>
          </p:nvPr>
        </p:nvSpPr>
        <p:spPr>
          <a:xfrm>
            <a:off x="7193943" y="3045437"/>
            <a:ext cx="4941477" cy="610863"/>
          </a:xfrm>
          <a:prstGeom prst="rect">
            <a:avLst/>
          </a:prstGeom>
        </p:spPr>
        <p:txBody>
          <a:bodyPr lIns="0" tIns="0" rIns="0" bIns="0" anchor="b" anchorCtr="0">
            <a:normAutofit/>
          </a:bodyPr>
          <a:lstStyle>
            <a:lvl1pPr>
              <a:defRPr sz="4100" b="1" i="0" baseline="0">
                <a:solidFill>
                  <a:schemeClr val="tx1"/>
                </a:solidFill>
                <a:latin typeface="+mj-lt"/>
              </a:defRPr>
            </a:lvl1pPr>
          </a:lstStyle>
          <a:p>
            <a:r>
              <a:rPr lang="en-US"/>
              <a:t>Click to edit Master title style</a:t>
            </a:r>
            <a:endParaRPr lang="en-US" dirty="0"/>
          </a:p>
        </p:txBody>
      </p:sp>
      <p:cxnSp>
        <p:nvCxnSpPr>
          <p:cNvPr id="20" name="Straight Connector 19">
            <a:extLst>
              <a:ext uri="{FF2B5EF4-FFF2-40B4-BE49-F238E27FC236}">
                <a16:creationId xmlns:a16="http://schemas.microsoft.com/office/drawing/2014/main" id="{4BE3A3D6-A0AD-C84D-8B2A-743F5F95432E}"/>
              </a:ext>
            </a:extLst>
          </p:cNvPr>
          <p:cNvCxnSpPr>
            <a:cxnSpLocks/>
          </p:cNvCxnSpPr>
          <p:nvPr userDrawn="1"/>
        </p:nvCxnSpPr>
        <p:spPr>
          <a:xfrm>
            <a:off x="7154721" y="4003877"/>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grpSp>
        <p:nvGrpSpPr>
          <p:cNvPr id="22" name="Group 21">
            <a:extLst>
              <a:ext uri="{FF2B5EF4-FFF2-40B4-BE49-F238E27FC236}">
                <a16:creationId xmlns:a16="http://schemas.microsoft.com/office/drawing/2014/main" id="{F4CB38BE-0FF2-694C-AA3C-D73DBF7C332C}"/>
              </a:ext>
            </a:extLst>
          </p:cNvPr>
          <p:cNvGrpSpPr>
            <a:grpSpLocks/>
          </p:cNvGrpSpPr>
          <p:nvPr userDrawn="1"/>
        </p:nvGrpSpPr>
        <p:grpSpPr bwMode="auto">
          <a:xfrm rot="10800000">
            <a:off x="9509760" y="-3"/>
            <a:ext cx="2682238" cy="2682238"/>
            <a:chOff x="0" y="12289"/>
            <a:chExt cx="3550" cy="3551"/>
          </a:xfrm>
          <a:solidFill>
            <a:schemeClr val="tx1"/>
          </a:solidFill>
        </p:grpSpPr>
        <p:sp>
          <p:nvSpPr>
            <p:cNvPr id="23" name="Freeform 22">
              <a:extLst>
                <a:ext uri="{FF2B5EF4-FFF2-40B4-BE49-F238E27FC236}">
                  <a16:creationId xmlns:a16="http://schemas.microsoft.com/office/drawing/2014/main" id="{F0257420-2EA0-6348-8B9E-1414F5297265}"/>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4" name="Freeform 23">
              <a:extLst>
                <a:ext uri="{FF2B5EF4-FFF2-40B4-BE49-F238E27FC236}">
                  <a16:creationId xmlns:a16="http://schemas.microsoft.com/office/drawing/2014/main" id="{7FE65C23-C0EF-BB41-884A-01C2A7356159}"/>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5" name="Freeform 24">
              <a:extLst>
                <a:ext uri="{FF2B5EF4-FFF2-40B4-BE49-F238E27FC236}">
                  <a16:creationId xmlns:a16="http://schemas.microsoft.com/office/drawing/2014/main" id="{F73F5EB6-53C7-D44C-9003-FB5A81F9890D}"/>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Tree>
    <p:extLst>
      <p:ext uri="{BB962C8B-B14F-4D97-AF65-F5344CB8AC3E}">
        <p14:creationId xmlns:p14="http://schemas.microsoft.com/office/powerpoint/2010/main" val="2357889184"/>
      </p:ext>
    </p:extLst>
  </p:cSld>
  <p:clrMapOvr>
    <a:masterClrMapping/>
  </p:clrMapOvr>
  <p:extLst>
    <p:ext uri="{DCECCB84-F9BA-43D5-87BE-67443E8EF086}">
      <p15:sldGuideLst xmlns:p15="http://schemas.microsoft.com/office/powerpoint/2012/main">
        <p15:guide id="2" pos="7104">
          <p15:clr>
            <a:srgbClr val="FBAE40"/>
          </p15:clr>
        </p15:guide>
        <p15:guide id="3" pos="4344" userDrawn="1">
          <p15:clr>
            <a:srgbClr val="FBAE40"/>
          </p15:clr>
        </p15:guide>
        <p15:guide id="4" pos="4560" userDrawn="1">
          <p15:clr>
            <a:srgbClr val="FBAE40"/>
          </p15:clr>
        </p15:guide>
        <p15:guide id="8" orient="horz" pos="1848"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hart">
    <p:bg>
      <p:bgPr>
        <a:solidFill>
          <a:schemeClr val="tx1"/>
        </a:solidFill>
        <a:effectLst/>
      </p:bgPr>
    </p:bg>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75992517-0394-6B43-B15D-2A86A34512F3}"/>
              </a:ext>
            </a:extLst>
          </p:cNvPr>
          <p:cNvSpPr>
            <a:spLocks noGrp="1"/>
          </p:cNvSpPr>
          <p:nvPr>
            <p:ph type="chart" sz="quarter" idx="10"/>
          </p:nvPr>
        </p:nvSpPr>
        <p:spPr>
          <a:xfrm>
            <a:off x="952500" y="1939108"/>
            <a:ext cx="10352810" cy="4110702"/>
          </a:xfrm>
        </p:spPr>
        <p:txBody>
          <a:bodyPr/>
          <a:lstStyle>
            <a:lvl1pPr>
              <a:defRPr>
                <a:solidFill>
                  <a:schemeClr val="tx1"/>
                </a:solidFill>
              </a:defRPr>
            </a:lvl1pPr>
          </a:lstStyle>
          <a:p>
            <a:r>
              <a:rPr lang="en-US" dirty="0"/>
              <a:t>Click icon to add chart</a:t>
            </a:r>
          </a:p>
        </p:txBody>
      </p:sp>
      <p:sp>
        <p:nvSpPr>
          <p:cNvPr id="16" name="Title 1">
            <a:extLst>
              <a:ext uri="{FF2B5EF4-FFF2-40B4-BE49-F238E27FC236}">
                <a16:creationId xmlns:a16="http://schemas.microsoft.com/office/drawing/2014/main" id="{109B023A-F28F-184D-BA48-3F1C0502AE0A}"/>
              </a:ext>
            </a:extLst>
          </p:cNvPr>
          <p:cNvSpPr>
            <a:spLocks noGrp="1"/>
          </p:cNvSpPr>
          <p:nvPr>
            <p:ph type="title"/>
          </p:nvPr>
        </p:nvSpPr>
        <p:spPr>
          <a:xfrm>
            <a:off x="964023" y="879063"/>
            <a:ext cx="4941477" cy="610863"/>
          </a:xfrm>
          <a:prstGeom prst="rect">
            <a:avLst/>
          </a:prstGeom>
        </p:spPr>
        <p:txBody>
          <a:bodyPr lIns="0" tIns="0" rIns="0" bIns="0" anchor="b" anchorCtr="0">
            <a:normAutofit/>
          </a:bodyPr>
          <a:lstStyle>
            <a:lvl1pPr>
              <a:defRPr sz="4400" b="1" i="0">
                <a:solidFill>
                  <a:schemeClr val="bg1"/>
                </a:solidFill>
                <a:latin typeface="+mj-lt"/>
              </a:defRPr>
            </a:lvl1pPr>
          </a:lstStyle>
          <a:p>
            <a:r>
              <a:rPr lang="en-US"/>
              <a:t>Click to edit Master title style</a:t>
            </a:r>
            <a:endParaRPr lang="en-US" dirty="0"/>
          </a:p>
        </p:txBody>
      </p:sp>
      <p:sp>
        <p:nvSpPr>
          <p:cNvPr id="2" name="Date Placeholder 1">
            <a:extLst>
              <a:ext uri="{FF2B5EF4-FFF2-40B4-BE49-F238E27FC236}">
                <a16:creationId xmlns:a16="http://schemas.microsoft.com/office/drawing/2014/main" id="{371012B1-809A-45CE-9FED-46D08DC8C42B}"/>
              </a:ext>
            </a:extLst>
          </p:cNvPr>
          <p:cNvSpPr>
            <a:spLocks noGrp="1"/>
          </p:cNvSpPr>
          <p:nvPr>
            <p:ph type="dt" sz="half" idx="11"/>
          </p:nvPr>
        </p:nvSpPr>
        <p:spPr/>
        <p:txBody>
          <a:bodyPr/>
          <a:lstStyle/>
          <a:p>
            <a:fld id="{6FCA8E82-58CD-E045-8B98-B7A85B79B752}" type="datetime4">
              <a:rPr lang="en-US" smtClean="0"/>
              <a:pPr/>
              <a:t>October 30, 2023</a:t>
            </a:fld>
            <a:endParaRPr lang="en-US" dirty="0">
              <a:latin typeface="+mn-lt"/>
            </a:endParaRPr>
          </a:p>
        </p:txBody>
      </p:sp>
      <p:sp>
        <p:nvSpPr>
          <p:cNvPr id="3" name="Footer Placeholder 2">
            <a:extLst>
              <a:ext uri="{FF2B5EF4-FFF2-40B4-BE49-F238E27FC236}">
                <a16:creationId xmlns:a16="http://schemas.microsoft.com/office/drawing/2014/main" id="{3FB6FA27-6601-4107-A3C9-808CB4430246}"/>
              </a:ext>
            </a:extLst>
          </p:cNvPr>
          <p:cNvSpPr>
            <a:spLocks noGrp="1"/>
          </p:cNvSpPr>
          <p:nvPr>
            <p:ph type="ftr" sz="quarter" idx="12"/>
          </p:nvPr>
        </p:nvSpPr>
        <p:spPr/>
        <p:txBody>
          <a:bodyPr/>
          <a:lstStyle/>
          <a:p>
            <a:r>
              <a:rPr lang="en-US" dirty="0"/>
              <a:t>Annual Review</a:t>
            </a:r>
            <a:endParaRPr lang="en-US" b="0" dirty="0"/>
          </a:p>
        </p:txBody>
      </p:sp>
      <p:sp>
        <p:nvSpPr>
          <p:cNvPr id="4" name="Slide Number Placeholder 3">
            <a:extLst>
              <a:ext uri="{FF2B5EF4-FFF2-40B4-BE49-F238E27FC236}">
                <a16:creationId xmlns:a16="http://schemas.microsoft.com/office/drawing/2014/main" id="{0919432A-F8B5-4A96-AEE6-2E159658D5DD}"/>
              </a:ext>
            </a:extLst>
          </p:cNvPr>
          <p:cNvSpPr>
            <a:spLocks noGrp="1"/>
          </p:cNvSpPr>
          <p:nvPr>
            <p:ph type="sldNum" sz="quarter" idx="13"/>
          </p:nvPr>
        </p:nvSpPr>
        <p:spPr/>
        <p:txBody>
          <a:bodyPr/>
          <a:lstStyle/>
          <a:p>
            <a:fld id="{294A09A9-5501-47C1-A89A-A340965A2BE2}" type="slidenum">
              <a:rPr lang="en-US" smtClean="0"/>
              <a:pPr/>
              <a:t>‹#›</a:t>
            </a:fld>
            <a:endParaRPr lang="en-US" dirty="0">
              <a:latin typeface="+mn-lt"/>
            </a:endParaRPr>
          </a:p>
        </p:txBody>
      </p:sp>
    </p:spTree>
    <p:extLst>
      <p:ext uri="{BB962C8B-B14F-4D97-AF65-F5344CB8AC3E}">
        <p14:creationId xmlns:p14="http://schemas.microsoft.com/office/powerpoint/2010/main" val="2065862895"/>
      </p:ext>
    </p:extLst>
  </p:cSld>
  <p:clrMapOvr>
    <a:masterClrMapping/>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880" userDrawn="1">
          <p15:clr>
            <a:srgbClr val="FBAE40"/>
          </p15:clr>
        </p15:guide>
        <p15:guide id="4" pos="5160" userDrawn="1">
          <p15:clr>
            <a:srgbClr val="FBAE40"/>
          </p15:clr>
        </p15:guide>
        <p15:guide id="5" pos="2520" userDrawn="1">
          <p15:clr>
            <a:srgbClr val="FBAE40"/>
          </p15:clr>
        </p15:guide>
        <p15:guide id="6" pos="4800" userDrawn="1">
          <p15:clr>
            <a:srgbClr val="FBAE40"/>
          </p15:clr>
        </p15:guide>
        <p15:guide id="7" orient="horz" pos="1224" userDrawn="1">
          <p15:clr>
            <a:srgbClr val="FBAE40"/>
          </p15:clr>
        </p15:guide>
        <p15:guide id="8" orient="horz" pos="1392" userDrawn="1">
          <p15:clr>
            <a:srgbClr val="FBAE40"/>
          </p15:clr>
        </p15:guide>
        <p15:guide id="10" orient="horz" pos="552"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able">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p:nvPr>
        </p:nvSpPr>
        <p:spPr>
          <a:xfrm>
            <a:off x="964023" y="879063"/>
            <a:ext cx="4941477" cy="610863"/>
          </a:xfrm>
          <a:prstGeom prst="rect">
            <a:avLst/>
          </a:prstGeom>
        </p:spPr>
        <p:txBody>
          <a:bodyPr lIns="0" tIns="0" rIns="0" bIns="0" anchor="b" anchorCtr="0">
            <a:normAutofit/>
          </a:bodyPr>
          <a:lstStyle>
            <a:lvl1pPr>
              <a:defRPr sz="4400" b="1" i="0">
                <a:solidFill>
                  <a:schemeClr val="bg1"/>
                </a:solidFill>
                <a:latin typeface="+mj-lt"/>
              </a:defRPr>
            </a:lvl1pPr>
          </a:lstStyle>
          <a:p>
            <a:r>
              <a:rPr lang="en-US"/>
              <a:t>Click to edit Master title style</a:t>
            </a:r>
            <a:endParaRPr lang="en-US" dirty="0"/>
          </a:p>
        </p:txBody>
      </p:sp>
      <p:sp>
        <p:nvSpPr>
          <p:cNvPr id="9" name="Table Placeholder 2">
            <a:extLst>
              <a:ext uri="{FF2B5EF4-FFF2-40B4-BE49-F238E27FC236}">
                <a16:creationId xmlns:a16="http://schemas.microsoft.com/office/drawing/2014/main" id="{1506B022-475A-6647-98FF-D5C319A0C7C4}"/>
              </a:ext>
            </a:extLst>
          </p:cNvPr>
          <p:cNvSpPr>
            <a:spLocks noGrp="1"/>
          </p:cNvSpPr>
          <p:nvPr>
            <p:ph type="tbl" sz="quarter" idx="10"/>
          </p:nvPr>
        </p:nvSpPr>
        <p:spPr>
          <a:xfrm>
            <a:off x="952500" y="2209800"/>
            <a:ext cx="10287000" cy="2593109"/>
          </a:xfrm>
        </p:spPr>
        <p:txBody>
          <a:bodyPr/>
          <a:lstStyle/>
          <a:p>
            <a:r>
              <a:rPr lang="en-US" dirty="0"/>
              <a:t>Click icon to add table</a:t>
            </a:r>
          </a:p>
        </p:txBody>
      </p:sp>
      <p:sp>
        <p:nvSpPr>
          <p:cNvPr id="2" name="Date Placeholder 1">
            <a:extLst>
              <a:ext uri="{FF2B5EF4-FFF2-40B4-BE49-F238E27FC236}">
                <a16:creationId xmlns:a16="http://schemas.microsoft.com/office/drawing/2014/main" id="{9B2411D2-78FE-46C1-9EA9-C6A882903B53}"/>
              </a:ext>
            </a:extLst>
          </p:cNvPr>
          <p:cNvSpPr>
            <a:spLocks noGrp="1"/>
          </p:cNvSpPr>
          <p:nvPr>
            <p:ph type="dt" sz="half" idx="11"/>
          </p:nvPr>
        </p:nvSpPr>
        <p:spPr/>
        <p:txBody>
          <a:bodyPr/>
          <a:lstStyle/>
          <a:p>
            <a:fld id="{6FCA8E82-58CD-E045-8B98-B7A85B79B752}" type="datetime4">
              <a:rPr lang="en-US" smtClean="0"/>
              <a:pPr/>
              <a:t>October 30, 2023</a:t>
            </a:fld>
            <a:endParaRPr lang="en-US" dirty="0">
              <a:latin typeface="+mn-lt"/>
            </a:endParaRPr>
          </a:p>
        </p:txBody>
      </p:sp>
      <p:sp>
        <p:nvSpPr>
          <p:cNvPr id="3" name="Footer Placeholder 2">
            <a:extLst>
              <a:ext uri="{FF2B5EF4-FFF2-40B4-BE49-F238E27FC236}">
                <a16:creationId xmlns:a16="http://schemas.microsoft.com/office/drawing/2014/main" id="{C04DAF8F-82DB-4DBE-9041-71217A4516CB}"/>
              </a:ext>
            </a:extLst>
          </p:cNvPr>
          <p:cNvSpPr>
            <a:spLocks noGrp="1"/>
          </p:cNvSpPr>
          <p:nvPr>
            <p:ph type="ftr" sz="quarter" idx="12"/>
          </p:nvPr>
        </p:nvSpPr>
        <p:spPr/>
        <p:txBody>
          <a:bodyPr/>
          <a:lstStyle/>
          <a:p>
            <a:r>
              <a:rPr lang="en-US" dirty="0"/>
              <a:t>Annual Review</a:t>
            </a:r>
            <a:endParaRPr lang="en-US" b="0" dirty="0"/>
          </a:p>
        </p:txBody>
      </p:sp>
      <p:sp>
        <p:nvSpPr>
          <p:cNvPr id="4" name="Slide Number Placeholder 3">
            <a:extLst>
              <a:ext uri="{FF2B5EF4-FFF2-40B4-BE49-F238E27FC236}">
                <a16:creationId xmlns:a16="http://schemas.microsoft.com/office/drawing/2014/main" id="{782F761B-6706-439D-9C75-43E751AB195C}"/>
              </a:ext>
            </a:extLst>
          </p:cNvPr>
          <p:cNvSpPr>
            <a:spLocks noGrp="1"/>
          </p:cNvSpPr>
          <p:nvPr>
            <p:ph type="sldNum" sz="quarter" idx="13"/>
          </p:nvPr>
        </p:nvSpPr>
        <p:spPr/>
        <p:txBody>
          <a:bodyPr/>
          <a:lstStyle/>
          <a:p>
            <a:fld id="{294A09A9-5501-47C1-A89A-A340965A2BE2}" type="slidenum">
              <a:rPr lang="en-US" smtClean="0"/>
              <a:pPr/>
              <a:t>‹#›</a:t>
            </a:fld>
            <a:endParaRPr lang="en-US" dirty="0">
              <a:latin typeface="+mn-lt"/>
            </a:endParaRPr>
          </a:p>
        </p:txBody>
      </p:sp>
    </p:spTree>
    <p:extLst>
      <p:ext uri="{BB962C8B-B14F-4D97-AF65-F5344CB8AC3E}">
        <p14:creationId xmlns:p14="http://schemas.microsoft.com/office/powerpoint/2010/main" val="3401310734"/>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tx1"/>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5C37098-CEB2-1E45-989B-3DD92F3B1A30}"/>
              </a:ext>
            </a:extLst>
          </p:cNvPr>
          <p:cNvSpPr>
            <a:spLocks noGrp="1"/>
          </p:cNvSpPr>
          <p:nvPr>
            <p:ph type="title"/>
          </p:nvPr>
        </p:nvSpPr>
        <p:spPr>
          <a:xfrm>
            <a:off x="964022" y="2476500"/>
            <a:ext cx="7132320" cy="3289971"/>
          </a:xfrm>
          <a:prstGeom prst="rect">
            <a:avLst/>
          </a:prstGeom>
          <a:ln>
            <a:noFill/>
          </a:ln>
        </p:spPr>
        <p:txBody>
          <a:bodyPr lIns="0" tIns="0" rIns="0" bIns="0" anchor="t" anchorCtr="0">
            <a:normAutofit/>
          </a:bodyPr>
          <a:lstStyle>
            <a:lvl1pPr>
              <a:lnSpc>
                <a:spcPct val="100000"/>
              </a:lnSpc>
              <a:defRPr sz="2800" b="0" i="0">
                <a:solidFill>
                  <a:schemeClr val="bg1"/>
                </a:solidFill>
                <a:latin typeface="+mn-lt"/>
              </a:defRPr>
            </a:lvl1pPr>
          </a:lstStyle>
          <a:p>
            <a:r>
              <a:rPr lang="en-US"/>
              <a:t>Click to edit Master title style</a:t>
            </a:r>
            <a:endParaRPr lang="en-US" dirty="0"/>
          </a:p>
        </p:txBody>
      </p:sp>
      <p:sp>
        <p:nvSpPr>
          <p:cNvPr id="10" name="TextBox 9">
            <a:extLst>
              <a:ext uri="{FF2B5EF4-FFF2-40B4-BE49-F238E27FC236}">
                <a16:creationId xmlns:a16="http://schemas.microsoft.com/office/drawing/2014/main" id="{E902327D-DBD4-7A4E-ABF2-A946A559A8AD}"/>
              </a:ext>
            </a:extLst>
          </p:cNvPr>
          <p:cNvSpPr txBox="1"/>
          <p:nvPr userDrawn="1"/>
        </p:nvSpPr>
        <p:spPr>
          <a:xfrm>
            <a:off x="699948" y="548291"/>
            <a:ext cx="1589372" cy="3170099"/>
          </a:xfrm>
          <a:prstGeom prst="rect">
            <a:avLst/>
          </a:prstGeom>
          <a:noFill/>
        </p:spPr>
        <p:txBody>
          <a:bodyPr wrap="square" rtlCol="0">
            <a:spAutoFit/>
          </a:bodyPr>
          <a:lstStyle/>
          <a:p>
            <a:r>
              <a:rPr lang="en-US" sz="20000" b="1" dirty="0">
                <a:solidFill>
                  <a:schemeClr val="bg1"/>
                </a:solidFill>
              </a:rPr>
              <a:t>“</a:t>
            </a:r>
          </a:p>
        </p:txBody>
      </p:sp>
      <p:grpSp>
        <p:nvGrpSpPr>
          <p:cNvPr id="18" name="Group 17">
            <a:extLst>
              <a:ext uri="{FF2B5EF4-FFF2-40B4-BE49-F238E27FC236}">
                <a16:creationId xmlns:a16="http://schemas.microsoft.com/office/drawing/2014/main" id="{6ACB4ADD-D9F4-984E-B29D-A2CF6D19E810}"/>
              </a:ext>
            </a:extLst>
          </p:cNvPr>
          <p:cNvGrpSpPr/>
          <p:nvPr userDrawn="1"/>
        </p:nvGrpSpPr>
        <p:grpSpPr>
          <a:xfrm>
            <a:off x="6362700" y="0"/>
            <a:ext cx="5829298" cy="3235602"/>
            <a:chOff x="5612972" y="1"/>
            <a:chExt cx="6615961" cy="3672246"/>
          </a:xfrm>
        </p:grpSpPr>
        <p:sp>
          <p:nvSpPr>
            <p:cNvPr id="19" name="AutoShape 24">
              <a:extLst>
                <a:ext uri="{FF2B5EF4-FFF2-40B4-BE49-F238E27FC236}">
                  <a16:creationId xmlns:a16="http://schemas.microsoft.com/office/drawing/2014/main" id="{5017C477-A988-7041-8A67-3D8294D6AD7C}"/>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0" name="Freeform 19">
              <a:extLst>
                <a:ext uri="{FF2B5EF4-FFF2-40B4-BE49-F238E27FC236}">
                  <a16:creationId xmlns:a16="http://schemas.microsoft.com/office/drawing/2014/main" id="{206D7F37-5DD1-A24E-9CCA-84B2A168554D}"/>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1" name="Freeform 20">
              <a:extLst>
                <a:ext uri="{FF2B5EF4-FFF2-40B4-BE49-F238E27FC236}">
                  <a16:creationId xmlns:a16="http://schemas.microsoft.com/office/drawing/2014/main" id="{A6E321C8-096C-1B41-B14F-4CA7AE04BB16}"/>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2" name="Freeform 21">
              <a:extLst>
                <a:ext uri="{FF2B5EF4-FFF2-40B4-BE49-F238E27FC236}">
                  <a16:creationId xmlns:a16="http://schemas.microsoft.com/office/drawing/2014/main" id="{32B3FDD4-EB13-F44F-99D0-BFAB06F00B3A}"/>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dirty="0"/>
            </a:p>
          </p:txBody>
        </p:sp>
        <p:sp>
          <p:nvSpPr>
            <p:cNvPr id="23" name="Freeform 22">
              <a:extLst>
                <a:ext uri="{FF2B5EF4-FFF2-40B4-BE49-F238E27FC236}">
                  <a16:creationId xmlns:a16="http://schemas.microsoft.com/office/drawing/2014/main" id="{A20BCBD2-A735-0C43-8C55-B384372AC62C}"/>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grpSp>
        <p:nvGrpSpPr>
          <p:cNvPr id="24" name="Group 23">
            <a:extLst>
              <a:ext uri="{FF2B5EF4-FFF2-40B4-BE49-F238E27FC236}">
                <a16:creationId xmlns:a16="http://schemas.microsoft.com/office/drawing/2014/main" id="{669A90A7-BF26-684E-8C8B-638053DA1234}"/>
              </a:ext>
            </a:extLst>
          </p:cNvPr>
          <p:cNvGrpSpPr>
            <a:grpSpLocks/>
          </p:cNvGrpSpPr>
          <p:nvPr userDrawn="1"/>
        </p:nvGrpSpPr>
        <p:grpSpPr bwMode="auto">
          <a:xfrm rot="16200000" flipV="1">
            <a:off x="0" y="3900132"/>
            <a:ext cx="2959226" cy="2959226"/>
            <a:chOff x="0" y="12289"/>
            <a:chExt cx="3550" cy="3551"/>
          </a:xfrm>
        </p:grpSpPr>
        <p:sp>
          <p:nvSpPr>
            <p:cNvPr id="25" name="Freeform 24">
              <a:extLst>
                <a:ext uri="{FF2B5EF4-FFF2-40B4-BE49-F238E27FC236}">
                  <a16:creationId xmlns:a16="http://schemas.microsoft.com/office/drawing/2014/main" id="{861D8E86-886A-8744-BC4C-FE82B02438F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6" name="Freeform 25">
              <a:extLst>
                <a:ext uri="{FF2B5EF4-FFF2-40B4-BE49-F238E27FC236}">
                  <a16:creationId xmlns:a16="http://schemas.microsoft.com/office/drawing/2014/main" id="{2D967470-E96E-8843-AAD2-E0C8B807793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7" name="Freeform 26">
              <a:extLst>
                <a:ext uri="{FF2B5EF4-FFF2-40B4-BE49-F238E27FC236}">
                  <a16:creationId xmlns:a16="http://schemas.microsoft.com/office/drawing/2014/main" id="{C8A27D09-765D-3949-BCCA-238C3514D4CF}"/>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Tree>
    <p:extLst>
      <p:ext uri="{BB962C8B-B14F-4D97-AF65-F5344CB8AC3E}">
        <p14:creationId xmlns:p14="http://schemas.microsoft.com/office/powerpoint/2010/main" val="144782921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880" userDrawn="1">
          <p15:clr>
            <a:srgbClr val="FBAE40"/>
          </p15:clr>
        </p15:guide>
        <p15:guide id="4" pos="5160" userDrawn="1">
          <p15:clr>
            <a:srgbClr val="FBAE40"/>
          </p15:clr>
        </p15:guide>
        <p15:guide id="5" pos="2520" userDrawn="1">
          <p15:clr>
            <a:srgbClr val="FBAE40"/>
          </p15:clr>
        </p15:guide>
        <p15:guide id="6" pos="4800" userDrawn="1">
          <p15:clr>
            <a:srgbClr val="FBAE40"/>
          </p15:clr>
        </p15:guide>
        <p15:guide id="7" orient="horz" pos="1560">
          <p15:clr>
            <a:srgbClr val="FBAE40"/>
          </p15:clr>
        </p15:guide>
        <p15:guide id="8" orient="horz" pos="1752" userDrawn="1">
          <p15:clr>
            <a:srgbClr val="FBAE40"/>
          </p15:clr>
        </p15:guide>
        <p15:guide id="9" orient="horz" pos="1248"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am">
    <p:bg>
      <p:bgPr>
        <a:solidFill>
          <a:schemeClr val="tx1"/>
        </a:solidFill>
        <a:effectLst/>
      </p:bgPr>
    </p:bg>
    <p:spTree>
      <p:nvGrpSpPr>
        <p:cNvPr id="1" name=""/>
        <p:cNvGrpSpPr/>
        <p:nvPr/>
      </p:nvGrpSpPr>
      <p:grpSpPr>
        <a:xfrm>
          <a:off x="0" y="0"/>
          <a:ext cx="0" cy="0"/>
          <a:chOff x="0" y="0"/>
          <a:chExt cx="0" cy="0"/>
        </a:xfrm>
      </p:grpSpPr>
      <p:grpSp>
        <p:nvGrpSpPr>
          <p:cNvPr id="25" name="Group 24">
            <a:extLst>
              <a:ext uri="{FF2B5EF4-FFF2-40B4-BE49-F238E27FC236}">
                <a16:creationId xmlns:a16="http://schemas.microsoft.com/office/drawing/2014/main" id="{A7D9F21A-75CF-6045-8FA1-C4F4E21B699C}"/>
              </a:ext>
            </a:extLst>
          </p:cNvPr>
          <p:cNvGrpSpPr>
            <a:grpSpLocks/>
          </p:cNvGrpSpPr>
          <p:nvPr userDrawn="1"/>
        </p:nvGrpSpPr>
        <p:grpSpPr bwMode="auto">
          <a:xfrm rot="16200000" flipV="1">
            <a:off x="0" y="3900132"/>
            <a:ext cx="2959226" cy="2959226"/>
            <a:chOff x="0" y="12289"/>
            <a:chExt cx="3550" cy="3551"/>
          </a:xfrm>
        </p:grpSpPr>
        <p:sp>
          <p:nvSpPr>
            <p:cNvPr id="26" name="Freeform 25">
              <a:extLst>
                <a:ext uri="{FF2B5EF4-FFF2-40B4-BE49-F238E27FC236}">
                  <a16:creationId xmlns:a16="http://schemas.microsoft.com/office/drawing/2014/main" id="{AEA7E377-BB07-FA43-B532-10A92EE030B0}"/>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7" name="Freeform 26">
              <a:extLst>
                <a:ext uri="{FF2B5EF4-FFF2-40B4-BE49-F238E27FC236}">
                  <a16:creationId xmlns:a16="http://schemas.microsoft.com/office/drawing/2014/main" id="{F18DE645-B3D5-2F4E-AAD6-002FEF13A310}"/>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36" name="Freeform 35">
              <a:extLst>
                <a:ext uri="{FF2B5EF4-FFF2-40B4-BE49-F238E27FC236}">
                  <a16:creationId xmlns:a16="http://schemas.microsoft.com/office/drawing/2014/main" id="{B90F6499-BA50-2340-A026-32C79B6BFAF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38" name="Picture Placeholder 25">
            <a:extLst>
              <a:ext uri="{FF2B5EF4-FFF2-40B4-BE49-F238E27FC236}">
                <a16:creationId xmlns:a16="http://schemas.microsoft.com/office/drawing/2014/main" id="{2274C164-503B-E746-A155-849A9BC2406E}"/>
              </a:ext>
            </a:extLst>
          </p:cNvPr>
          <p:cNvSpPr>
            <a:spLocks noGrp="1"/>
          </p:cNvSpPr>
          <p:nvPr>
            <p:ph type="pic" sz="quarter" idx="18"/>
          </p:nvPr>
        </p:nvSpPr>
        <p:spPr>
          <a:xfrm>
            <a:off x="954268" y="2572883"/>
            <a:ext cx="2118245" cy="2037217"/>
          </a:xfrm>
          <a:prstGeom prst="rect">
            <a:avLst/>
          </a:prstGeom>
        </p:spPr>
        <p:txBody>
          <a:bodyPr/>
          <a:lstStyle/>
          <a:p>
            <a:r>
              <a:rPr lang="en-US" dirty="0"/>
              <a:t>Click icon to add picture</a:t>
            </a:r>
          </a:p>
        </p:txBody>
      </p:sp>
      <p:sp>
        <p:nvSpPr>
          <p:cNvPr id="61" name="Title 1">
            <a:extLst>
              <a:ext uri="{FF2B5EF4-FFF2-40B4-BE49-F238E27FC236}">
                <a16:creationId xmlns:a16="http://schemas.microsoft.com/office/drawing/2014/main" id="{E2F20AFE-B282-5146-B0D6-F2FC1B6D303E}"/>
              </a:ext>
            </a:extLst>
          </p:cNvPr>
          <p:cNvSpPr>
            <a:spLocks noGrp="1"/>
          </p:cNvSpPr>
          <p:nvPr>
            <p:ph type="title"/>
          </p:nvPr>
        </p:nvSpPr>
        <p:spPr>
          <a:xfrm>
            <a:off x="964022" y="879063"/>
            <a:ext cx="7532277" cy="610863"/>
          </a:xfrm>
          <a:prstGeom prst="rect">
            <a:avLst/>
          </a:prstGeom>
        </p:spPr>
        <p:txBody>
          <a:bodyPr lIns="0" tIns="0" rIns="0" bIns="0" anchor="b" anchorCtr="0">
            <a:normAutofit/>
          </a:bodyPr>
          <a:lstStyle>
            <a:lvl1pPr>
              <a:defRPr sz="4400" b="1" i="0">
                <a:solidFill>
                  <a:schemeClr val="bg1"/>
                </a:solidFill>
                <a:latin typeface="+mj-lt"/>
              </a:defRPr>
            </a:lvl1pPr>
          </a:lstStyle>
          <a:p>
            <a:r>
              <a:rPr lang="en-US"/>
              <a:t>Click to edit Master title style</a:t>
            </a:r>
            <a:endParaRPr lang="en-US" dirty="0"/>
          </a:p>
        </p:txBody>
      </p:sp>
      <p:cxnSp>
        <p:nvCxnSpPr>
          <p:cNvPr id="62" name="Straight Connector 61">
            <a:extLst>
              <a:ext uri="{FF2B5EF4-FFF2-40B4-BE49-F238E27FC236}">
                <a16:creationId xmlns:a16="http://schemas.microsoft.com/office/drawing/2014/main" id="{F777D2F0-DE3F-8343-B97A-E7FA440532FD}"/>
              </a:ext>
            </a:extLst>
          </p:cNvPr>
          <p:cNvCxnSpPr>
            <a:cxnSpLocks/>
          </p:cNvCxnSpPr>
          <p:nvPr userDrawn="1"/>
        </p:nvCxnSpPr>
        <p:spPr>
          <a:xfrm>
            <a:off x="952500" y="1939108"/>
            <a:ext cx="2133600" cy="0"/>
          </a:xfrm>
          <a:prstGeom prst="line">
            <a:avLst/>
          </a:prstGeom>
          <a:ln w="101600">
            <a:solidFill>
              <a:schemeClr val="tx1"/>
            </a:solidFill>
          </a:ln>
        </p:spPr>
        <p:style>
          <a:lnRef idx="1">
            <a:schemeClr val="dk1"/>
          </a:lnRef>
          <a:fillRef idx="0">
            <a:schemeClr val="dk1"/>
          </a:fillRef>
          <a:effectRef idx="0">
            <a:schemeClr val="dk1"/>
          </a:effectRef>
          <a:fontRef idx="minor">
            <a:schemeClr val="tx1"/>
          </a:fontRef>
        </p:style>
      </p:cxnSp>
      <p:sp>
        <p:nvSpPr>
          <p:cNvPr id="63" name="Picture Placeholder 25">
            <a:extLst>
              <a:ext uri="{FF2B5EF4-FFF2-40B4-BE49-F238E27FC236}">
                <a16:creationId xmlns:a16="http://schemas.microsoft.com/office/drawing/2014/main" id="{AF1B5ED8-33F6-FB44-AA92-F0D227BB310C}"/>
              </a:ext>
            </a:extLst>
          </p:cNvPr>
          <p:cNvSpPr>
            <a:spLocks noGrp="1"/>
          </p:cNvSpPr>
          <p:nvPr>
            <p:ph type="pic" sz="quarter" idx="24"/>
          </p:nvPr>
        </p:nvSpPr>
        <p:spPr>
          <a:xfrm>
            <a:off x="3658280" y="2572883"/>
            <a:ext cx="2118245" cy="2037217"/>
          </a:xfrm>
          <a:prstGeom prst="rect">
            <a:avLst/>
          </a:prstGeom>
        </p:spPr>
        <p:txBody>
          <a:bodyPr/>
          <a:lstStyle/>
          <a:p>
            <a:r>
              <a:rPr lang="en-US" dirty="0"/>
              <a:t>Click icon to add picture</a:t>
            </a:r>
          </a:p>
        </p:txBody>
      </p:sp>
      <p:sp>
        <p:nvSpPr>
          <p:cNvPr id="72" name="Text Placeholder 29">
            <a:extLst>
              <a:ext uri="{FF2B5EF4-FFF2-40B4-BE49-F238E27FC236}">
                <a16:creationId xmlns:a16="http://schemas.microsoft.com/office/drawing/2014/main" id="{0D824BDD-2D23-C943-8FE9-60B7B23B5ECD}"/>
              </a:ext>
            </a:extLst>
          </p:cNvPr>
          <p:cNvSpPr>
            <a:spLocks noGrp="1"/>
          </p:cNvSpPr>
          <p:nvPr>
            <p:ph type="body" sz="quarter" idx="12"/>
          </p:nvPr>
        </p:nvSpPr>
        <p:spPr>
          <a:xfrm>
            <a:off x="952500" y="5393169"/>
            <a:ext cx="2133600" cy="369332"/>
          </a:xfrm>
        </p:spPr>
        <p:txBody>
          <a:bodyPr lIns="0" tIns="0" rIns="0" bIns="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73" name="Text Placeholder 29">
            <a:extLst>
              <a:ext uri="{FF2B5EF4-FFF2-40B4-BE49-F238E27FC236}">
                <a16:creationId xmlns:a16="http://schemas.microsoft.com/office/drawing/2014/main" id="{2F3D441E-DFB1-084B-8192-C6CBECCA40B9}"/>
              </a:ext>
            </a:extLst>
          </p:cNvPr>
          <p:cNvSpPr>
            <a:spLocks noGrp="1"/>
          </p:cNvSpPr>
          <p:nvPr>
            <p:ph type="body" sz="quarter" idx="11"/>
          </p:nvPr>
        </p:nvSpPr>
        <p:spPr>
          <a:xfrm>
            <a:off x="952500" y="4986745"/>
            <a:ext cx="2133600" cy="205837"/>
          </a:xfrm>
        </p:spPr>
        <p:txBody>
          <a:bodyPr lIns="0" tIns="0" rIns="0" bIns="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a:r>
              <a:rPr lang="en-US"/>
              <a:t>Click to edit Master text styles</a:t>
            </a:r>
          </a:p>
        </p:txBody>
      </p:sp>
      <p:sp>
        <p:nvSpPr>
          <p:cNvPr id="74" name="Text Placeholder 29">
            <a:extLst>
              <a:ext uri="{FF2B5EF4-FFF2-40B4-BE49-F238E27FC236}">
                <a16:creationId xmlns:a16="http://schemas.microsoft.com/office/drawing/2014/main" id="{25797825-E7AE-2C41-A965-E6F0D70D9747}"/>
              </a:ext>
            </a:extLst>
          </p:cNvPr>
          <p:cNvSpPr>
            <a:spLocks noGrp="1"/>
          </p:cNvSpPr>
          <p:nvPr>
            <p:ph type="body" sz="quarter" idx="13"/>
          </p:nvPr>
        </p:nvSpPr>
        <p:spPr>
          <a:xfrm>
            <a:off x="3663042" y="5393169"/>
            <a:ext cx="2128157" cy="369332"/>
          </a:xfrm>
        </p:spPr>
        <p:txBody>
          <a:bodyPr lIns="0" tIns="0" rIns="0" bIns="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75" name="Text Placeholder 29">
            <a:extLst>
              <a:ext uri="{FF2B5EF4-FFF2-40B4-BE49-F238E27FC236}">
                <a16:creationId xmlns:a16="http://schemas.microsoft.com/office/drawing/2014/main" id="{63C1927C-E23B-204E-9F3A-2A67D2BF702C}"/>
              </a:ext>
            </a:extLst>
          </p:cNvPr>
          <p:cNvSpPr>
            <a:spLocks noGrp="1"/>
          </p:cNvSpPr>
          <p:nvPr>
            <p:ph type="body" sz="quarter" idx="15"/>
          </p:nvPr>
        </p:nvSpPr>
        <p:spPr>
          <a:xfrm>
            <a:off x="3663042" y="4986745"/>
            <a:ext cx="2128157" cy="205837"/>
          </a:xfrm>
        </p:spPr>
        <p:txBody>
          <a:bodyPr lIns="0" tIns="0" rIns="0" bIns="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a:r>
              <a:rPr lang="en-US"/>
              <a:t>Click to edit Master text styles</a:t>
            </a:r>
          </a:p>
        </p:txBody>
      </p:sp>
      <p:sp>
        <p:nvSpPr>
          <p:cNvPr id="76" name="Text Placeholder 29">
            <a:extLst>
              <a:ext uri="{FF2B5EF4-FFF2-40B4-BE49-F238E27FC236}">
                <a16:creationId xmlns:a16="http://schemas.microsoft.com/office/drawing/2014/main" id="{EC81F0F5-C204-7248-A336-A655814A8A34}"/>
              </a:ext>
            </a:extLst>
          </p:cNvPr>
          <p:cNvSpPr>
            <a:spLocks noGrp="1"/>
          </p:cNvSpPr>
          <p:nvPr>
            <p:ph type="body" sz="quarter" idx="16"/>
          </p:nvPr>
        </p:nvSpPr>
        <p:spPr>
          <a:xfrm>
            <a:off x="6367054" y="5393169"/>
            <a:ext cx="2129245" cy="369332"/>
          </a:xfrm>
        </p:spPr>
        <p:txBody>
          <a:bodyPr lIns="0" tIns="0" rIns="0" bIns="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77" name="Text Placeholder 29">
            <a:extLst>
              <a:ext uri="{FF2B5EF4-FFF2-40B4-BE49-F238E27FC236}">
                <a16:creationId xmlns:a16="http://schemas.microsoft.com/office/drawing/2014/main" id="{C9FEF82E-4E9C-8343-9D36-C4A00D7137CC}"/>
              </a:ext>
            </a:extLst>
          </p:cNvPr>
          <p:cNvSpPr>
            <a:spLocks noGrp="1"/>
          </p:cNvSpPr>
          <p:nvPr>
            <p:ph type="body" sz="quarter" idx="31"/>
          </p:nvPr>
        </p:nvSpPr>
        <p:spPr>
          <a:xfrm>
            <a:off x="6367054" y="4986745"/>
            <a:ext cx="2129245" cy="205837"/>
          </a:xfrm>
        </p:spPr>
        <p:txBody>
          <a:bodyPr lIns="0" tIns="0" rIns="0" bIns="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a:r>
              <a:rPr lang="en-US"/>
              <a:t>Click to edit Master text styles</a:t>
            </a:r>
          </a:p>
        </p:txBody>
      </p:sp>
      <p:sp>
        <p:nvSpPr>
          <p:cNvPr id="78" name="Text Placeholder 29">
            <a:extLst>
              <a:ext uri="{FF2B5EF4-FFF2-40B4-BE49-F238E27FC236}">
                <a16:creationId xmlns:a16="http://schemas.microsoft.com/office/drawing/2014/main" id="{F8AF6664-A005-7A42-9AEF-C5AA5603E49D}"/>
              </a:ext>
            </a:extLst>
          </p:cNvPr>
          <p:cNvSpPr>
            <a:spLocks noGrp="1"/>
          </p:cNvSpPr>
          <p:nvPr>
            <p:ph type="body" sz="quarter" idx="19"/>
          </p:nvPr>
        </p:nvSpPr>
        <p:spPr>
          <a:xfrm>
            <a:off x="9110254" y="5393169"/>
            <a:ext cx="2129245" cy="369332"/>
          </a:xfrm>
        </p:spPr>
        <p:txBody>
          <a:bodyPr lIns="0" tIns="0" rIns="0" bIns="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79" name="Text Placeholder 29">
            <a:extLst>
              <a:ext uri="{FF2B5EF4-FFF2-40B4-BE49-F238E27FC236}">
                <a16:creationId xmlns:a16="http://schemas.microsoft.com/office/drawing/2014/main" id="{5F6C1E52-E2B6-5F45-A863-5BB35ABAFCD6}"/>
              </a:ext>
            </a:extLst>
          </p:cNvPr>
          <p:cNvSpPr>
            <a:spLocks noGrp="1"/>
          </p:cNvSpPr>
          <p:nvPr>
            <p:ph type="body" sz="quarter" idx="21"/>
          </p:nvPr>
        </p:nvSpPr>
        <p:spPr>
          <a:xfrm>
            <a:off x="9110254" y="4986745"/>
            <a:ext cx="2129245" cy="205837"/>
          </a:xfrm>
        </p:spPr>
        <p:txBody>
          <a:bodyPr lIns="0" tIns="0" rIns="0" bIns="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a:r>
              <a:rPr lang="en-US"/>
              <a:t>Click to edit Master text styles</a:t>
            </a:r>
          </a:p>
        </p:txBody>
      </p:sp>
      <p:grpSp>
        <p:nvGrpSpPr>
          <p:cNvPr id="23" name="Group 22">
            <a:extLst>
              <a:ext uri="{FF2B5EF4-FFF2-40B4-BE49-F238E27FC236}">
                <a16:creationId xmlns:a16="http://schemas.microsoft.com/office/drawing/2014/main" id="{EFD0B2D5-B3C2-D847-A220-86CB6A37E418}"/>
              </a:ext>
            </a:extLst>
          </p:cNvPr>
          <p:cNvGrpSpPr/>
          <p:nvPr userDrawn="1"/>
        </p:nvGrpSpPr>
        <p:grpSpPr>
          <a:xfrm>
            <a:off x="6362700" y="0"/>
            <a:ext cx="5829298" cy="3235602"/>
            <a:chOff x="5612972" y="1"/>
            <a:chExt cx="6615961" cy="3672246"/>
          </a:xfrm>
        </p:grpSpPr>
        <p:sp>
          <p:nvSpPr>
            <p:cNvPr id="28" name="AutoShape 24">
              <a:extLst>
                <a:ext uri="{FF2B5EF4-FFF2-40B4-BE49-F238E27FC236}">
                  <a16:creationId xmlns:a16="http://schemas.microsoft.com/office/drawing/2014/main" id="{A7FD25A4-760F-814C-915F-DD6E89CA3A40}"/>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9" name="Freeform 28">
              <a:extLst>
                <a:ext uri="{FF2B5EF4-FFF2-40B4-BE49-F238E27FC236}">
                  <a16:creationId xmlns:a16="http://schemas.microsoft.com/office/drawing/2014/main" id="{A0CC8369-E81F-D447-87D8-1AF0C58EAC07}"/>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30" name="Freeform 29">
              <a:extLst>
                <a:ext uri="{FF2B5EF4-FFF2-40B4-BE49-F238E27FC236}">
                  <a16:creationId xmlns:a16="http://schemas.microsoft.com/office/drawing/2014/main" id="{C41CA81E-EF54-D048-8775-CD4AB37A7DF6}"/>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31" name="Freeform 30">
              <a:extLst>
                <a:ext uri="{FF2B5EF4-FFF2-40B4-BE49-F238E27FC236}">
                  <a16:creationId xmlns:a16="http://schemas.microsoft.com/office/drawing/2014/main" id="{D95A4B85-923E-B641-B239-2A1999AB294B}"/>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dirty="0"/>
            </a:p>
          </p:txBody>
        </p:sp>
        <p:sp>
          <p:nvSpPr>
            <p:cNvPr id="32" name="Freeform 31">
              <a:extLst>
                <a:ext uri="{FF2B5EF4-FFF2-40B4-BE49-F238E27FC236}">
                  <a16:creationId xmlns:a16="http://schemas.microsoft.com/office/drawing/2014/main" id="{501386DC-76EB-F34E-AD0E-22957D3B38D5}"/>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66" name="Picture Placeholder 25">
            <a:extLst>
              <a:ext uri="{FF2B5EF4-FFF2-40B4-BE49-F238E27FC236}">
                <a16:creationId xmlns:a16="http://schemas.microsoft.com/office/drawing/2014/main" id="{2D21D633-C51E-E94E-BAE3-96F52F76E496}"/>
              </a:ext>
            </a:extLst>
          </p:cNvPr>
          <p:cNvSpPr>
            <a:spLocks noGrp="1"/>
          </p:cNvSpPr>
          <p:nvPr>
            <p:ph type="pic" sz="quarter" idx="27"/>
          </p:nvPr>
        </p:nvSpPr>
        <p:spPr>
          <a:xfrm>
            <a:off x="6362292" y="2572883"/>
            <a:ext cx="2118245" cy="2037217"/>
          </a:xfrm>
          <a:prstGeom prst="rect">
            <a:avLst/>
          </a:prstGeom>
        </p:spPr>
        <p:txBody>
          <a:bodyPr/>
          <a:lstStyle/>
          <a:p>
            <a:r>
              <a:rPr lang="en-US" dirty="0"/>
              <a:t>Click icon to add picture</a:t>
            </a:r>
          </a:p>
        </p:txBody>
      </p:sp>
      <p:sp>
        <p:nvSpPr>
          <p:cNvPr id="69" name="Picture Placeholder 25">
            <a:extLst>
              <a:ext uri="{FF2B5EF4-FFF2-40B4-BE49-F238E27FC236}">
                <a16:creationId xmlns:a16="http://schemas.microsoft.com/office/drawing/2014/main" id="{639EFA5A-9C69-DF4D-81B7-FA1F8CCCF934}"/>
              </a:ext>
            </a:extLst>
          </p:cNvPr>
          <p:cNvSpPr>
            <a:spLocks noGrp="1"/>
          </p:cNvSpPr>
          <p:nvPr>
            <p:ph type="pic" sz="quarter" idx="30"/>
          </p:nvPr>
        </p:nvSpPr>
        <p:spPr>
          <a:xfrm>
            <a:off x="9112023" y="2572883"/>
            <a:ext cx="2118245" cy="2037217"/>
          </a:xfrm>
          <a:prstGeom prst="rect">
            <a:avLst/>
          </a:prstGeom>
        </p:spPr>
        <p:txBody>
          <a:bodyPr/>
          <a:lstStyle/>
          <a:p>
            <a:r>
              <a:rPr lang="en-US" dirty="0"/>
              <a:t>Click icon to add picture</a:t>
            </a:r>
          </a:p>
        </p:txBody>
      </p:sp>
      <p:sp>
        <p:nvSpPr>
          <p:cNvPr id="2" name="Date Placeholder 1">
            <a:extLst>
              <a:ext uri="{FF2B5EF4-FFF2-40B4-BE49-F238E27FC236}">
                <a16:creationId xmlns:a16="http://schemas.microsoft.com/office/drawing/2014/main" id="{8ED89364-B1CB-4E72-A6BB-95A34B50661C}"/>
              </a:ext>
            </a:extLst>
          </p:cNvPr>
          <p:cNvSpPr>
            <a:spLocks noGrp="1"/>
          </p:cNvSpPr>
          <p:nvPr>
            <p:ph type="dt" sz="half" idx="32"/>
          </p:nvPr>
        </p:nvSpPr>
        <p:spPr/>
        <p:txBody>
          <a:bodyPr/>
          <a:lstStyle/>
          <a:p>
            <a:fld id="{6FCA8E82-58CD-E045-8B98-B7A85B79B752}" type="datetime4">
              <a:rPr lang="en-US" smtClean="0"/>
              <a:pPr/>
              <a:t>October 30, 2023</a:t>
            </a:fld>
            <a:endParaRPr lang="en-US" dirty="0">
              <a:latin typeface="+mn-lt"/>
            </a:endParaRPr>
          </a:p>
        </p:txBody>
      </p:sp>
      <p:sp>
        <p:nvSpPr>
          <p:cNvPr id="3" name="Footer Placeholder 2">
            <a:extLst>
              <a:ext uri="{FF2B5EF4-FFF2-40B4-BE49-F238E27FC236}">
                <a16:creationId xmlns:a16="http://schemas.microsoft.com/office/drawing/2014/main" id="{8E09328F-B310-4BF3-883E-BA9A39676AF2}"/>
              </a:ext>
            </a:extLst>
          </p:cNvPr>
          <p:cNvSpPr>
            <a:spLocks noGrp="1"/>
          </p:cNvSpPr>
          <p:nvPr>
            <p:ph type="ftr" sz="quarter" idx="33"/>
          </p:nvPr>
        </p:nvSpPr>
        <p:spPr/>
        <p:txBody>
          <a:bodyPr/>
          <a:lstStyle/>
          <a:p>
            <a:r>
              <a:rPr lang="en-US" dirty="0"/>
              <a:t>Annual Review</a:t>
            </a:r>
            <a:endParaRPr lang="en-US" b="0" dirty="0"/>
          </a:p>
        </p:txBody>
      </p:sp>
      <p:sp>
        <p:nvSpPr>
          <p:cNvPr id="4" name="Slide Number Placeholder 3">
            <a:extLst>
              <a:ext uri="{FF2B5EF4-FFF2-40B4-BE49-F238E27FC236}">
                <a16:creationId xmlns:a16="http://schemas.microsoft.com/office/drawing/2014/main" id="{04192EF2-9336-43EF-A365-1F54000F7DE9}"/>
              </a:ext>
            </a:extLst>
          </p:cNvPr>
          <p:cNvSpPr>
            <a:spLocks noGrp="1"/>
          </p:cNvSpPr>
          <p:nvPr>
            <p:ph type="sldNum" sz="quarter" idx="34"/>
          </p:nvPr>
        </p:nvSpPr>
        <p:spPr/>
        <p:txBody>
          <a:bodyPr/>
          <a:lstStyle/>
          <a:p>
            <a:fld id="{294A09A9-5501-47C1-A89A-A340965A2BE2}" type="slidenum">
              <a:rPr lang="en-US" smtClean="0"/>
              <a:pPr/>
              <a:t>‹#›</a:t>
            </a:fld>
            <a:endParaRPr lang="en-US" dirty="0">
              <a:latin typeface="+mn-lt"/>
            </a:endParaRPr>
          </a:p>
        </p:txBody>
      </p:sp>
    </p:spTree>
    <p:extLst>
      <p:ext uri="{BB962C8B-B14F-4D97-AF65-F5344CB8AC3E}">
        <p14:creationId xmlns:p14="http://schemas.microsoft.com/office/powerpoint/2010/main" val="99636246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304" userDrawn="1">
          <p15:clr>
            <a:srgbClr val="FBAE40"/>
          </p15:clr>
        </p15:guide>
        <p15:guide id="4" pos="4008" userDrawn="1">
          <p15:clr>
            <a:srgbClr val="FBAE40"/>
          </p15:clr>
        </p15:guide>
        <p15:guide id="5" pos="1944" userDrawn="1">
          <p15:clr>
            <a:srgbClr val="FBAE40"/>
          </p15:clr>
        </p15:guide>
        <p15:guide id="6" pos="3648" userDrawn="1">
          <p15:clr>
            <a:srgbClr val="FBAE40"/>
          </p15:clr>
        </p15:guide>
        <p15:guide id="7" orient="horz" pos="1392" userDrawn="1">
          <p15:clr>
            <a:srgbClr val="FBAE40"/>
          </p15:clr>
        </p15:guide>
        <p15:guide id="8" orient="horz" pos="552" userDrawn="1">
          <p15:clr>
            <a:srgbClr val="FBAE40"/>
          </p15:clr>
        </p15:guide>
        <p15:guide id="9" orient="horz" pos="1224" userDrawn="1">
          <p15:clr>
            <a:srgbClr val="FBAE40"/>
          </p15:clr>
        </p15:guide>
        <p15:guide id="10" pos="5352" userDrawn="1">
          <p15:clr>
            <a:srgbClr val="FBAE40"/>
          </p15:clr>
        </p15:guide>
        <p15:guide id="11" pos="5736" userDrawn="1">
          <p15:clr>
            <a:srgbClr val="FBAE40"/>
          </p15:clr>
        </p15:guide>
        <p15:guide id="12" orient="horz" pos="2904" userDrawn="1">
          <p15:clr>
            <a:srgbClr val="FBAE40"/>
          </p15:clr>
        </p15:guide>
        <p15:guide id="13" orient="horz" pos="1608"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meline ">
    <p:bg>
      <p:bgPr>
        <a:solidFill>
          <a:schemeClr val="tx1"/>
        </a:solidFill>
        <a:effectLst/>
      </p:bgPr>
    </p:bg>
    <p:spTree>
      <p:nvGrpSpPr>
        <p:cNvPr id="1" name=""/>
        <p:cNvGrpSpPr/>
        <p:nvPr/>
      </p:nvGrpSpPr>
      <p:grpSpPr>
        <a:xfrm>
          <a:off x="0" y="0"/>
          <a:ext cx="0" cy="0"/>
          <a:chOff x="0" y="0"/>
          <a:chExt cx="0" cy="0"/>
        </a:xfrm>
      </p:grpSpPr>
      <p:cxnSp>
        <p:nvCxnSpPr>
          <p:cNvPr id="21" name="Straight Connector 20">
            <a:extLst>
              <a:ext uri="{FF2B5EF4-FFF2-40B4-BE49-F238E27FC236}">
                <a16:creationId xmlns:a16="http://schemas.microsoft.com/office/drawing/2014/main" id="{040046AF-E5BF-854D-9986-7C3019770FE7}"/>
              </a:ext>
            </a:extLst>
          </p:cNvPr>
          <p:cNvCxnSpPr>
            <a:cxnSpLocks/>
          </p:cNvCxnSpPr>
          <p:nvPr userDrawn="1"/>
        </p:nvCxnSpPr>
        <p:spPr>
          <a:xfrm flipH="1">
            <a:off x="1045959" y="2213783"/>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76CA14A6-0144-BC49-A8D4-C979D13258C0}"/>
              </a:ext>
            </a:extLst>
          </p:cNvPr>
          <p:cNvCxnSpPr>
            <a:cxnSpLocks/>
          </p:cNvCxnSpPr>
          <p:nvPr userDrawn="1"/>
        </p:nvCxnSpPr>
        <p:spPr>
          <a:xfrm flipH="1">
            <a:off x="6180493" y="2213783"/>
            <a:ext cx="11102"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A582FC2-A135-5743-B9C0-6AC7225B42E1}"/>
              </a:ext>
            </a:extLst>
          </p:cNvPr>
          <p:cNvCxnSpPr>
            <a:cxnSpLocks/>
          </p:cNvCxnSpPr>
          <p:nvPr userDrawn="1"/>
        </p:nvCxnSpPr>
        <p:spPr>
          <a:xfrm flipH="1">
            <a:off x="8745623" y="3904712"/>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77C43222-5868-0247-838F-58F4F6C8EE75}"/>
              </a:ext>
            </a:extLst>
          </p:cNvPr>
          <p:cNvCxnSpPr>
            <a:cxnSpLocks/>
          </p:cNvCxnSpPr>
          <p:nvPr userDrawn="1"/>
        </p:nvCxnSpPr>
        <p:spPr>
          <a:xfrm flipH="1">
            <a:off x="3611089" y="3895941"/>
            <a:ext cx="2136" cy="1828800"/>
          </a:xfrm>
          <a:prstGeom prst="line">
            <a:avLst/>
          </a:prstGeom>
          <a:ln w="165100">
            <a:solidFill>
              <a:schemeClr val="accent6"/>
            </a:solidFill>
          </a:ln>
        </p:spPr>
        <p:style>
          <a:lnRef idx="1">
            <a:schemeClr val="accent1"/>
          </a:lnRef>
          <a:fillRef idx="0">
            <a:schemeClr val="accent1"/>
          </a:fillRef>
          <a:effectRef idx="0">
            <a:schemeClr val="accent1"/>
          </a:effectRef>
          <a:fontRef idx="minor">
            <a:schemeClr val="tx1"/>
          </a:fontRef>
        </p:style>
      </p:cxnSp>
      <p:sp>
        <p:nvSpPr>
          <p:cNvPr id="30" name="Title 1">
            <a:extLst>
              <a:ext uri="{FF2B5EF4-FFF2-40B4-BE49-F238E27FC236}">
                <a16:creationId xmlns:a16="http://schemas.microsoft.com/office/drawing/2014/main" id="{46EEE005-F78A-9D4F-B159-964376C387DD}"/>
              </a:ext>
            </a:extLst>
          </p:cNvPr>
          <p:cNvSpPr>
            <a:spLocks noGrp="1"/>
          </p:cNvSpPr>
          <p:nvPr>
            <p:ph type="title"/>
          </p:nvPr>
        </p:nvSpPr>
        <p:spPr>
          <a:xfrm>
            <a:off x="964023" y="879063"/>
            <a:ext cx="4941477" cy="610863"/>
          </a:xfrm>
          <a:prstGeom prst="rect">
            <a:avLst/>
          </a:prstGeom>
        </p:spPr>
        <p:txBody>
          <a:bodyPr lIns="0" tIns="0" rIns="0" bIns="0" anchor="b" anchorCtr="0">
            <a:normAutofit/>
          </a:bodyPr>
          <a:lstStyle>
            <a:lvl1pPr>
              <a:defRPr sz="4400" b="1" i="0">
                <a:solidFill>
                  <a:schemeClr val="bg1"/>
                </a:solidFill>
                <a:latin typeface="+mj-lt"/>
              </a:defRPr>
            </a:lvl1pPr>
          </a:lstStyle>
          <a:p>
            <a:r>
              <a:rPr lang="en-US"/>
              <a:t>Click to edit Master title style</a:t>
            </a:r>
            <a:endParaRPr lang="en-US" dirty="0"/>
          </a:p>
        </p:txBody>
      </p:sp>
      <p:sp>
        <p:nvSpPr>
          <p:cNvPr id="96" name="Text Placeholder 29">
            <a:extLst>
              <a:ext uri="{FF2B5EF4-FFF2-40B4-BE49-F238E27FC236}">
                <a16:creationId xmlns:a16="http://schemas.microsoft.com/office/drawing/2014/main" id="{FC61536F-8EA7-5A48-AF76-8B0E251BD8CB}"/>
              </a:ext>
            </a:extLst>
          </p:cNvPr>
          <p:cNvSpPr>
            <a:spLocks noGrp="1"/>
          </p:cNvSpPr>
          <p:nvPr>
            <p:ph type="body" sz="quarter" idx="12"/>
          </p:nvPr>
        </p:nvSpPr>
        <p:spPr>
          <a:xfrm>
            <a:off x="1296955" y="2934856"/>
            <a:ext cx="2133600" cy="369332"/>
          </a:xfrm>
          <a:ln>
            <a:noFill/>
          </a:ln>
        </p:spPr>
        <p:txBody>
          <a:bodyPr lIns="0" tIns="0" rIns="0" bIns="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97" name="Text Placeholder 29">
            <a:extLst>
              <a:ext uri="{FF2B5EF4-FFF2-40B4-BE49-F238E27FC236}">
                <a16:creationId xmlns:a16="http://schemas.microsoft.com/office/drawing/2014/main" id="{64FFD994-BD97-ED49-8607-286ECBB1CDA3}"/>
              </a:ext>
            </a:extLst>
          </p:cNvPr>
          <p:cNvSpPr>
            <a:spLocks noGrp="1"/>
          </p:cNvSpPr>
          <p:nvPr>
            <p:ph type="body" sz="quarter" idx="11"/>
          </p:nvPr>
        </p:nvSpPr>
        <p:spPr>
          <a:xfrm>
            <a:off x="1296955" y="2568686"/>
            <a:ext cx="2133600" cy="205837"/>
          </a:xfrm>
          <a:ln>
            <a:noFill/>
          </a:ln>
        </p:spPr>
        <p:txBody>
          <a:bodyPr lIns="0" tIns="0" rIns="0" bIns="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a:r>
              <a:rPr lang="en-US"/>
              <a:t>Click to edit Master text styles</a:t>
            </a:r>
          </a:p>
        </p:txBody>
      </p:sp>
      <p:sp>
        <p:nvSpPr>
          <p:cNvPr id="102" name="Text Placeholder 29">
            <a:extLst>
              <a:ext uri="{FF2B5EF4-FFF2-40B4-BE49-F238E27FC236}">
                <a16:creationId xmlns:a16="http://schemas.microsoft.com/office/drawing/2014/main" id="{D1ADE805-BFBC-ED47-B9CB-6CB2FF02E868}"/>
              </a:ext>
            </a:extLst>
          </p:cNvPr>
          <p:cNvSpPr>
            <a:spLocks noGrp="1"/>
          </p:cNvSpPr>
          <p:nvPr>
            <p:ph type="body" sz="quarter" idx="30"/>
          </p:nvPr>
        </p:nvSpPr>
        <p:spPr>
          <a:xfrm>
            <a:off x="3897799" y="5087328"/>
            <a:ext cx="2133600" cy="369332"/>
          </a:xfrm>
          <a:ln>
            <a:noFill/>
          </a:ln>
        </p:spPr>
        <p:txBody>
          <a:bodyPr lIns="0" tIns="0" rIns="0" bIns="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103" name="Text Placeholder 29">
            <a:extLst>
              <a:ext uri="{FF2B5EF4-FFF2-40B4-BE49-F238E27FC236}">
                <a16:creationId xmlns:a16="http://schemas.microsoft.com/office/drawing/2014/main" id="{334A3589-641F-F547-891B-149579153B75}"/>
              </a:ext>
            </a:extLst>
          </p:cNvPr>
          <p:cNvSpPr>
            <a:spLocks noGrp="1"/>
          </p:cNvSpPr>
          <p:nvPr>
            <p:ph type="body" sz="quarter" idx="31"/>
          </p:nvPr>
        </p:nvSpPr>
        <p:spPr>
          <a:xfrm>
            <a:off x="3897799" y="4701908"/>
            <a:ext cx="2133600" cy="205837"/>
          </a:xfrm>
          <a:ln>
            <a:noFill/>
          </a:ln>
        </p:spPr>
        <p:txBody>
          <a:bodyPr vert="horz" lIns="0" tIns="0" rIns="0" bIns="0" rtlCol="0">
            <a:noAutofit/>
          </a:bodyPr>
          <a:lstStyle>
            <a:lvl1pPr marL="0" indent="0">
              <a:spcBef>
                <a:spcPts val="400"/>
              </a:spcBef>
              <a:buNone/>
              <a:defRPr lang="en-US" sz="1800" spc="0" baseline="0" dirty="0">
                <a:latin typeface="+mj-lt"/>
              </a:defRPr>
            </a:lvl1pPr>
            <a:lvl2pPr>
              <a:defRPr sz="4000"/>
            </a:lvl2pPr>
            <a:lvl3pPr>
              <a:defRPr sz="4000"/>
            </a:lvl3pPr>
            <a:lvl4pPr>
              <a:defRPr sz="4000"/>
            </a:lvl4pPr>
            <a:lvl5pPr>
              <a:defRPr sz="4000"/>
            </a:lvl5pPr>
          </a:lstStyle>
          <a:p>
            <a:pPr marL="0" lvl="0" indent="0">
              <a:spcBef>
                <a:spcPts val="400"/>
              </a:spcBef>
              <a:buNone/>
            </a:pPr>
            <a:r>
              <a:rPr lang="en-US"/>
              <a:t>Click to edit Master text styles</a:t>
            </a:r>
          </a:p>
        </p:txBody>
      </p:sp>
      <p:sp>
        <p:nvSpPr>
          <p:cNvPr id="106" name="Text Placeholder 29">
            <a:extLst>
              <a:ext uri="{FF2B5EF4-FFF2-40B4-BE49-F238E27FC236}">
                <a16:creationId xmlns:a16="http://schemas.microsoft.com/office/drawing/2014/main" id="{A63F8454-D12E-A641-ABD0-8977D3F5EC05}"/>
              </a:ext>
            </a:extLst>
          </p:cNvPr>
          <p:cNvSpPr>
            <a:spLocks noGrp="1"/>
          </p:cNvSpPr>
          <p:nvPr>
            <p:ph type="body" sz="quarter" idx="32"/>
          </p:nvPr>
        </p:nvSpPr>
        <p:spPr>
          <a:xfrm>
            <a:off x="9001711" y="5087328"/>
            <a:ext cx="2133600" cy="369332"/>
          </a:xfrm>
          <a:ln>
            <a:noFill/>
          </a:ln>
        </p:spPr>
        <p:txBody>
          <a:bodyPr lIns="0" tIns="0" rIns="0" bIns="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107" name="Text Placeholder 29">
            <a:extLst>
              <a:ext uri="{FF2B5EF4-FFF2-40B4-BE49-F238E27FC236}">
                <a16:creationId xmlns:a16="http://schemas.microsoft.com/office/drawing/2014/main" id="{F35AA15D-DBAD-9840-8764-A5B6D486A234}"/>
              </a:ext>
            </a:extLst>
          </p:cNvPr>
          <p:cNvSpPr>
            <a:spLocks noGrp="1"/>
          </p:cNvSpPr>
          <p:nvPr>
            <p:ph type="body" sz="quarter" idx="33"/>
          </p:nvPr>
        </p:nvSpPr>
        <p:spPr>
          <a:xfrm>
            <a:off x="9001711" y="4701908"/>
            <a:ext cx="2133600" cy="205837"/>
          </a:xfrm>
          <a:ln>
            <a:noFill/>
          </a:ln>
        </p:spPr>
        <p:txBody>
          <a:bodyPr vert="horz" lIns="0" tIns="0" rIns="0" bIns="0" rtlCol="0">
            <a:noAutofit/>
          </a:bodyPr>
          <a:lstStyle>
            <a:lvl1pPr marL="0" indent="0">
              <a:spcBef>
                <a:spcPts val="400"/>
              </a:spcBef>
              <a:buNone/>
              <a:defRPr lang="en-US" sz="1800" spc="0" baseline="0" dirty="0">
                <a:latin typeface="+mj-lt"/>
              </a:defRPr>
            </a:lvl1pPr>
            <a:lvl2pPr>
              <a:defRPr sz="4000"/>
            </a:lvl2pPr>
            <a:lvl3pPr>
              <a:defRPr sz="4000"/>
            </a:lvl3pPr>
            <a:lvl4pPr>
              <a:defRPr sz="4000"/>
            </a:lvl4pPr>
            <a:lvl5pPr>
              <a:defRPr sz="4000"/>
            </a:lvl5pPr>
          </a:lstStyle>
          <a:p>
            <a:pPr marL="0" lvl="0" indent="0">
              <a:spcBef>
                <a:spcPts val="400"/>
              </a:spcBef>
              <a:buNone/>
            </a:pPr>
            <a:r>
              <a:rPr lang="en-US"/>
              <a:t>Click to edit Master text styles</a:t>
            </a:r>
          </a:p>
        </p:txBody>
      </p:sp>
      <p:sp>
        <p:nvSpPr>
          <p:cNvPr id="108" name="Text Placeholder 29">
            <a:extLst>
              <a:ext uri="{FF2B5EF4-FFF2-40B4-BE49-F238E27FC236}">
                <a16:creationId xmlns:a16="http://schemas.microsoft.com/office/drawing/2014/main" id="{8357CA0F-1A55-B145-8305-562F0DF22543}"/>
              </a:ext>
            </a:extLst>
          </p:cNvPr>
          <p:cNvSpPr>
            <a:spLocks noGrp="1"/>
          </p:cNvSpPr>
          <p:nvPr>
            <p:ph type="body" sz="quarter" idx="34"/>
          </p:nvPr>
        </p:nvSpPr>
        <p:spPr>
          <a:xfrm>
            <a:off x="6438143" y="2934856"/>
            <a:ext cx="2133600" cy="369332"/>
          </a:xfrm>
          <a:ln>
            <a:noFill/>
          </a:ln>
        </p:spPr>
        <p:txBody>
          <a:bodyPr lIns="0" tIns="0" rIns="0" bIns="0">
            <a:noAutofit/>
          </a:bodyPr>
          <a:lstStyle>
            <a:lvl1pPr marL="0" indent="0">
              <a:buNone/>
              <a:defRPr sz="1400" b="0" i="0">
                <a:solidFill>
                  <a:schemeClr val="bg1"/>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109" name="Text Placeholder 29">
            <a:extLst>
              <a:ext uri="{FF2B5EF4-FFF2-40B4-BE49-F238E27FC236}">
                <a16:creationId xmlns:a16="http://schemas.microsoft.com/office/drawing/2014/main" id="{D6C49F6F-AF28-8942-8442-8F54A1DC388B}"/>
              </a:ext>
            </a:extLst>
          </p:cNvPr>
          <p:cNvSpPr>
            <a:spLocks noGrp="1"/>
          </p:cNvSpPr>
          <p:nvPr>
            <p:ph type="body" sz="quarter" idx="35"/>
          </p:nvPr>
        </p:nvSpPr>
        <p:spPr>
          <a:xfrm>
            <a:off x="6438143" y="2568686"/>
            <a:ext cx="2133600" cy="205837"/>
          </a:xfrm>
          <a:ln>
            <a:noFill/>
          </a:ln>
        </p:spPr>
        <p:txBody>
          <a:bodyPr lIns="0" tIns="0" rIns="0" bIns="0">
            <a:noAutofit/>
          </a:bodyPr>
          <a:lstStyle>
            <a:lvl1pPr marL="0" indent="0">
              <a:spcBef>
                <a:spcPts val="400"/>
              </a:spcBef>
              <a:buNone/>
              <a:defRPr sz="1800" b="0" i="0" spc="0" baseline="0">
                <a:solidFill>
                  <a:schemeClr val="bg1"/>
                </a:solidFill>
                <a:latin typeface="+mj-lt"/>
              </a:defRPr>
            </a:lvl1pPr>
            <a:lvl2pPr>
              <a:defRPr sz="4000"/>
            </a:lvl2pPr>
            <a:lvl3pPr>
              <a:defRPr sz="4000"/>
            </a:lvl3pPr>
            <a:lvl4pPr>
              <a:defRPr sz="4000"/>
            </a:lvl4pPr>
            <a:lvl5pPr>
              <a:defRPr sz="4000"/>
            </a:lvl5pPr>
          </a:lstStyle>
          <a:p>
            <a:pPr lvl="0"/>
            <a:r>
              <a:rPr lang="en-US"/>
              <a:t>Click to edit Master text styles</a:t>
            </a:r>
          </a:p>
        </p:txBody>
      </p:sp>
      <p:cxnSp>
        <p:nvCxnSpPr>
          <p:cNvPr id="8" name="Straight Connector 7">
            <a:extLst>
              <a:ext uri="{FF2B5EF4-FFF2-40B4-BE49-F238E27FC236}">
                <a16:creationId xmlns:a16="http://schemas.microsoft.com/office/drawing/2014/main" id="{4CE2724A-BCA1-604F-9D18-BF05746408C2}"/>
              </a:ext>
            </a:extLst>
          </p:cNvPr>
          <p:cNvCxnSpPr/>
          <p:nvPr userDrawn="1"/>
        </p:nvCxnSpPr>
        <p:spPr>
          <a:xfrm>
            <a:off x="967689" y="3968780"/>
            <a:ext cx="10275477" cy="0"/>
          </a:xfrm>
          <a:prstGeom prst="line">
            <a:avLst/>
          </a:prstGeom>
          <a:ln w="165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44" name="Rectangle 43">
            <a:extLst>
              <a:ext uri="{FF2B5EF4-FFF2-40B4-BE49-F238E27FC236}">
                <a16:creationId xmlns:a16="http://schemas.microsoft.com/office/drawing/2014/main" id="{4923D7D1-A9CC-C34C-86FF-43B5C8978712}"/>
              </a:ext>
            </a:extLst>
          </p:cNvPr>
          <p:cNvSpPr/>
          <p:nvPr userDrawn="1"/>
        </p:nvSpPr>
        <p:spPr>
          <a:xfrm>
            <a:off x="964323" y="3883241"/>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Rectangle 46">
            <a:extLst>
              <a:ext uri="{FF2B5EF4-FFF2-40B4-BE49-F238E27FC236}">
                <a16:creationId xmlns:a16="http://schemas.microsoft.com/office/drawing/2014/main" id="{6119FF13-13AB-3448-B24E-58E18B3CE2B6}"/>
              </a:ext>
            </a:extLst>
          </p:cNvPr>
          <p:cNvSpPr/>
          <p:nvPr userDrawn="1"/>
        </p:nvSpPr>
        <p:spPr>
          <a:xfrm>
            <a:off x="3531590" y="3892012"/>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22F8F982-870E-AE44-B0D3-B3313BC48DB7}"/>
              </a:ext>
            </a:extLst>
          </p:cNvPr>
          <p:cNvSpPr/>
          <p:nvPr userDrawn="1"/>
        </p:nvSpPr>
        <p:spPr>
          <a:xfrm>
            <a:off x="6098857" y="3883241"/>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C549A137-DB5E-9C40-8C0A-ED607212022C}"/>
              </a:ext>
            </a:extLst>
          </p:cNvPr>
          <p:cNvSpPr/>
          <p:nvPr userDrawn="1"/>
        </p:nvSpPr>
        <p:spPr>
          <a:xfrm>
            <a:off x="8666124" y="3892012"/>
            <a:ext cx="163271" cy="1632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Date Placeholder 1">
            <a:extLst>
              <a:ext uri="{FF2B5EF4-FFF2-40B4-BE49-F238E27FC236}">
                <a16:creationId xmlns:a16="http://schemas.microsoft.com/office/drawing/2014/main" id="{21DC2552-C347-4C3D-8C92-4A6981227C0E}"/>
              </a:ext>
            </a:extLst>
          </p:cNvPr>
          <p:cNvSpPr>
            <a:spLocks noGrp="1"/>
          </p:cNvSpPr>
          <p:nvPr>
            <p:ph type="dt" sz="half" idx="36"/>
          </p:nvPr>
        </p:nvSpPr>
        <p:spPr/>
        <p:txBody>
          <a:bodyPr/>
          <a:lstStyle/>
          <a:p>
            <a:fld id="{6FCA8E82-58CD-E045-8B98-B7A85B79B752}" type="datetime4">
              <a:rPr lang="en-US" smtClean="0"/>
              <a:pPr/>
              <a:t>October 30, 2023</a:t>
            </a:fld>
            <a:endParaRPr lang="en-US" dirty="0">
              <a:latin typeface="+mn-lt"/>
            </a:endParaRPr>
          </a:p>
        </p:txBody>
      </p:sp>
      <p:sp>
        <p:nvSpPr>
          <p:cNvPr id="3" name="Footer Placeholder 2">
            <a:extLst>
              <a:ext uri="{FF2B5EF4-FFF2-40B4-BE49-F238E27FC236}">
                <a16:creationId xmlns:a16="http://schemas.microsoft.com/office/drawing/2014/main" id="{A5B7C35C-F3E4-4522-8711-16E4F9052C2C}"/>
              </a:ext>
            </a:extLst>
          </p:cNvPr>
          <p:cNvSpPr>
            <a:spLocks noGrp="1"/>
          </p:cNvSpPr>
          <p:nvPr>
            <p:ph type="ftr" sz="quarter" idx="37"/>
          </p:nvPr>
        </p:nvSpPr>
        <p:spPr/>
        <p:txBody>
          <a:bodyPr/>
          <a:lstStyle/>
          <a:p>
            <a:r>
              <a:rPr lang="en-US" dirty="0"/>
              <a:t>Annual Review</a:t>
            </a:r>
            <a:endParaRPr lang="en-US" b="0" dirty="0"/>
          </a:p>
        </p:txBody>
      </p:sp>
      <p:sp>
        <p:nvSpPr>
          <p:cNvPr id="4" name="Slide Number Placeholder 3">
            <a:extLst>
              <a:ext uri="{FF2B5EF4-FFF2-40B4-BE49-F238E27FC236}">
                <a16:creationId xmlns:a16="http://schemas.microsoft.com/office/drawing/2014/main" id="{1F4D6BAD-56F4-42F1-A2B3-FDB73364FD40}"/>
              </a:ext>
            </a:extLst>
          </p:cNvPr>
          <p:cNvSpPr>
            <a:spLocks noGrp="1"/>
          </p:cNvSpPr>
          <p:nvPr>
            <p:ph type="sldNum" sz="quarter" idx="38"/>
          </p:nvPr>
        </p:nvSpPr>
        <p:spPr/>
        <p:txBody>
          <a:bodyPr/>
          <a:lstStyle/>
          <a:p>
            <a:fld id="{294A09A9-5501-47C1-A89A-A340965A2BE2}" type="slidenum">
              <a:rPr lang="en-US" smtClean="0"/>
              <a:pPr/>
              <a:t>‹#›</a:t>
            </a:fld>
            <a:endParaRPr lang="en-US" dirty="0">
              <a:latin typeface="+mn-lt"/>
            </a:endParaRPr>
          </a:p>
        </p:txBody>
      </p:sp>
    </p:spTree>
    <p:extLst>
      <p:ext uri="{BB962C8B-B14F-4D97-AF65-F5344CB8AC3E}">
        <p14:creationId xmlns:p14="http://schemas.microsoft.com/office/powerpoint/2010/main" val="298615523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userDrawn="1">
          <p15:clr>
            <a:srgbClr val="FBAE40"/>
          </p15:clr>
        </p15:guide>
        <p15:guide id="3" pos="2880" userDrawn="1">
          <p15:clr>
            <a:srgbClr val="FBAE40"/>
          </p15:clr>
        </p15:guide>
        <p15:guide id="4" pos="5160" userDrawn="1">
          <p15:clr>
            <a:srgbClr val="FBAE40"/>
          </p15:clr>
        </p15:guide>
        <p15:guide id="5" pos="2520" userDrawn="1">
          <p15:clr>
            <a:srgbClr val="FBAE40"/>
          </p15:clr>
        </p15:guide>
        <p15:guide id="6" pos="4800" userDrawn="1">
          <p15:clr>
            <a:srgbClr val="FBAE40"/>
          </p15:clr>
        </p15:guide>
        <p15:guide id="7" orient="horz" pos="1224" userDrawn="1">
          <p15:clr>
            <a:srgbClr val="FBAE40"/>
          </p15:clr>
        </p15:guide>
        <p15:guide id="8" orient="horz" pos="3768" userDrawn="1">
          <p15:clr>
            <a:srgbClr val="FBAE40"/>
          </p15:clr>
        </p15:guide>
        <p15:guide id="9" orient="horz" pos="552" userDrawn="1">
          <p15:clr>
            <a:srgbClr val="FBAE40"/>
          </p15:clr>
        </p15:guide>
        <p15:guide id="10" orient="horz" pos="1512" userDrawn="1">
          <p15:clr>
            <a:srgbClr val="FBAE40"/>
          </p15:clr>
        </p15:guide>
        <p15:guide id="11" orient="horz" pos="2832"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 Col">
    <p:bg>
      <p:bgPr>
        <a:solidFill>
          <a:schemeClr val="tx1"/>
        </a:solidFill>
        <a:effectLst/>
      </p:bgPr>
    </p:bg>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BDEF3328-825B-3946-8472-DB93D6A32867}"/>
              </a:ext>
            </a:extLst>
          </p:cNvPr>
          <p:cNvGrpSpPr>
            <a:grpSpLocks/>
          </p:cNvGrpSpPr>
          <p:nvPr userDrawn="1"/>
        </p:nvGrpSpPr>
        <p:grpSpPr bwMode="auto">
          <a:xfrm rot="16200000" flipV="1">
            <a:off x="0" y="3900132"/>
            <a:ext cx="2959226" cy="2959226"/>
            <a:chOff x="0" y="12289"/>
            <a:chExt cx="3550" cy="3551"/>
          </a:xfrm>
        </p:grpSpPr>
        <p:sp>
          <p:nvSpPr>
            <p:cNvPr id="20" name="Freeform 19">
              <a:extLst>
                <a:ext uri="{FF2B5EF4-FFF2-40B4-BE49-F238E27FC236}">
                  <a16:creationId xmlns:a16="http://schemas.microsoft.com/office/drawing/2014/main" id="{4E4E09DF-AF21-0E4A-9838-14DFBFFED7D7}"/>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1" name="Freeform 20">
              <a:extLst>
                <a:ext uri="{FF2B5EF4-FFF2-40B4-BE49-F238E27FC236}">
                  <a16:creationId xmlns:a16="http://schemas.microsoft.com/office/drawing/2014/main" id="{653F54AE-9BC1-3A45-A129-4028EADE406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22" name="Freeform 21">
              <a:extLst>
                <a:ext uri="{FF2B5EF4-FFF2-40B4-BE49-F238E27FC236}">
                  <a16:creationId xmlns:a16="http://schemas.microsoft.com/office/drawing/2014/main" id="{254F6D22-4944-974A-999E-F9E22F159523}"/>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32" name="Title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anchor="b" anchorCtr="0">
            <a:normAutofit/>
          </a:bodyPr>
          <a:lstStyle>
            <a:lvl1pPr>
              <a:defRPr sz="4400" b="1" i="0">
                <a:latin typeface="+mj-lt"/>
              </a:defRPr>
            </a:lvl1pPr>
          </a:lstStyle>
          <a:p>
            <a:r>
              <a:rPr lang="en-US"/>
              <a:t>Click to edit Master title style</a:t>
            </a:r>
            <a:endParaRPr lang="en-US" dirty="0"/>
          </a:p>
        </p:txBody>
      </p:sp>
      <p:cxnSp>
        <p:nvCxnSpPr>
          <p:cNvPr id="33" name="Straight Connector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3" name="Text Placeholder 2">
            <a:extLst>
              <a:ext uri="{FF2B5EF4-FFF2-40B4-BE49-F238E27FC236}">
                <a16:creationId xmlns:a16="http://schemas.microsoft.com/office/drawing/2014/main" id="{A6147D10-E7D7-8F40-AF69-726398729333}"/>
              </a:ext>
            </a:extLst>
          </p:cNvPr>
          <p:cNvSpPr>
            <a:spLocks noGrp="1"/>
          </p:cNvSpPr>
          <p:nvPr>
            <p:ph type="body" idx="1"/>
          </p:nvPr>
        </p:nvSpPr>
        <p:spPr>
          <a:xfrm>
            <a:off x="964023" y="2300984"/>
            <a:ext cx="4827178" cy="404216"/>
          </a:xfrm>
          <a:prstGeom prst="rect">
            <a:avLst/>
          </a:prstGeom>
        </p:spPr>
        <p:txBody>
          <a:bodyPr lIns="0" tIns="0" rIns="0" bIns="0" anchor="t" anchorCtr="0">
            <a:normAutofit/>
          </a:bodyPr>
          <a:lstStyle>
            <a:lvl1pPr marL="0" indent="0">
              <a:buNone/>
              <a:defRPr sz="1800" b="0" i="0" spc="0" baseline="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5" name="Text Placeholder 2">
            <a:extLst>
              <a:ext uri="{FF2B5EF4-FFF2-40B4-BE49-F238E27FC236}">
                <a16:creationId xmlns:a16="http://schemas.microsoft.com/office/drawing/2014/main" id="{3A0EE708-F36B-444B-9A8B-D48D69535E45}"/>
              </a:ext>
            </a:extLst>
          </p:cNvPr>
          <p:cNvSpPr>
            <a:spLocks noGrp="1"/>
          </p:cNvSpPr>
          <p:nvPr>
            <p:ph type="body" idx="10"/>
          </p:nvPr>
        </p:nvSpPr>
        <p:spPr>
          <a:xfrm>
            <a:off x="6362700" y="2300984"/>
            <a:ext cx="4764829" cy="404216"/>
          </a:xfrm>
          <a:prstGeom prst="rect">
            <a:avLst/>
          </a:prstGeom>
        </p:spPr>
        <p:txBody>
          <a:bodyPr lIns="0" tIns="0" rIns="0" bIns="0" anchor="t" anchorCtr="0">
            <a:normAutofit/>
          </a:bodyPr>
          <a:lstStyle>
            <a:lvl1pPr marL="0" indent="0">
              <a:buNone/>
              <a:defRPr sz="1800" b="0" i="0" spc="0" baseline="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7" name="Content Placeholder 3">
            <a:extLst>
              <a:ext uri="{FF2B5EF4-FFF2-40B4-BE49-F238E27FC236}">
                <a16:creationId xmlns:a16="http://schemas.microsoft.com/office/drawing/2014/main" id="{E81957B7-CEA6-A446-A203-471CF9A57FFD}"/>
              </a:ext>
            </a:extLst>
          </p:cNvPr>
          <p:cNvSpPr>
            <a:spLocks noGrp="1"/>
          </p:cNvSpPr>
          <p:nvPr>
            <p:ph sz="half" idx="2"/>
          </p:nvPr>
        </p:nvSpPr>
        <p:spPr>
          <a:xfrm>
            <a:off x="964023" y="2799146"/>
            <a:ext cx="4827178" cy="1942138"/>
          </a:xfrm>
          <a:prstGeom prst="rect">
            <a:avLst/>
          </a:prstGeom>
        </p:spPr>
        <p:txBody>
          <a:bodyPr lIns="0" tIns="0" rIns="0" bIns="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a:r>
              <a:rPr lang="en-US"/>
              <a:t>Click to edit Master text styles</a:t>
            </a:r>
          </a:p>
        </p:txBody>
      </p:sp>
      <p:sp>
        <p:nvSpPr>
          <p:cNvPr id="28" name="Content Placeholder 3">
            <a:extLst>
              <a:ext uri="{FF2B5EF4-FFF2-40B4-BE49-F238E27FC236}">
                <a16:creationId xmlns:a16="http://schemas.microsoft.com/office/drawing/2014/main" id="{E40D4044-0F7B-0647-BAB5-16B23EBD9ECD}"/>
              </a:ext>
            </a:extLst>
          </p:cNvPr>
          <p:cNvSpPr>
            <a:spLocks noGrp="1"/>
          </p:cNvSpPr>
          <p:nvPr>
            <p:ph sz="half" idx="13"/>
          </p:nvPr>
        </p:nvSpPr>
        <p:spPr>
          <a:xfrm>
            <a:off x="6362700" y="2799146"/>
            <a:ext cx="4756241" cy="1942138"/>
          </a:xfrm>
          <a:prstGeom prst="rect">
            <a:avLst/>
          </a:prstGeom>
        </p:spPr>
        <p:txBody>
          <a:bodyPr lIns="0" tIns="0" rIns="0" bIns="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a:r>
              <a:rPr lang="en-US"/>
              <a:t>Click to edit Master text styles</a:t>
            </a:r>
          </a:p>
        </p:txBody>
      </p:sp>
      <p:cxnSp>
        <p:nvCxnSpPr>
          <p:cNvPr id="15" name="Straight Connector 14">
            <a:extLst>
              <a:ext uri="{FF2B5EF4-FFF2-40B4-BE49-F238E27FC236}">
                <a16:creationId xmlns:a16="http://schemas.microsoft.com/office/drawing/2014/main" id="{ED51C063-0222-064B-8A2E-485FE9EAC10D}"/>
              </a:ext>
            </a:extLst>
          </p:cNvPr>
          <p:cNvCxnSpPr>
            <a:cxnSpLocks/>
          </p:cNvCxnSpPr>
          <p:nvPr userDrawn="1"/>
        </p:nvCxnSpPr>
        <p:spPr>
          <a:xfrm>
            <a:off x="63627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 name="Date Placeholder 1">
            <a:extLst>
              <a:ext uri="{FF2B5EF4-FFF2-40B4-BE49-F238E27FC236}">
                <a16:creationId xmlns:a16="http://schemas.microsoft.com/office/drawing/2014/main" id="{4914D182-A7DD-4F7B-B207-262854316EDA}"/>
              </a:ext>
            </a:extLst>
          </p:cNvPr>
          <p:cNvSpPr>
            <a:spLocks noGrp="1"/>
          </p:cNvSpPr>
          <p:nvPr>
            <p:ph type="dt" sz="half" idx="14"/>
          </p:nvPr>
        </p:nvSpPr>
        <p:spPr/>
        <p:txBody>
          <a:bodyPr/>
          <a:lstStyle/>
          <a:p>
            <a:fld id="{6FCA8E82-58CD-E045-8B98-B7A85B79B752}" type="datetime4">
              <a:rPr lang="en-US" smtClean="0"/>
              <a:pPr/>
              <a:t>October 30, 2023</a:t>
            </a:fld>
            <a:endParaRPr lang="en-US" dirty="0">
              <a:latin typeface="+mn-lt"/>
            </a:endParaRPr>
          </a:p>
        </p:txBody>
      </p:sp>
      <p:sp>
        <p:nvSpPr>
          <p:cNvPr id="3" name="Footer Placeholder 2">
            <a:extLst>
              <a:ext uri="{FF2B5EF4-FFF2-40B4-BE49-F238E27FC236}">
                <a16:creationId xmlns:a16="http://schemas.microsoft.com/office/drawing/2014/main" id="{10B29252-5D0B-4B9D-9FBD-8EC0929FE096}"/>
              </a:ext>
            </a:extLst>
          </p:cNvPr>
          <p:cNvSpPr>
            <a:spLocks noGrp="1"/>
          </p:cNvSpPr>
          <p:nvPr>
            <p:ph type="ftr" sz="quarter" idx="15"/>
          </p:nvPr>
        </p:nvSpPr>
        <p:spPr/>
        <p:txBody>
          <a:bodyPr/>
          <a:lstStyle/>
          <a:p>
            <a:r>
              <a:rPr lang="en-US" dirty="0"/>
              <a:t>Annual Review</a:t>
            </a:r>
            <a:endParaRPr lang="en-US" b="0" dirty="0"/>
          </a:p>
        </p:txBody>
      </p:sp>
      <p:sp>
        <p:nvSpPr>
          <p:cNvPr id="4" name="Slide Number Placeholder 3">
            <a:extLst>
              <a:ext uri="{FF2B5EF4-FFF2-40B4-BE49-F238E27FC236}">
                <a16:creationId xmlns:a16="http://schemas.microsoft.com/office/drawing/2014/main" id="{5BB4FEF6-E217-4110-BBF5-C4B77ADC8457}"/>
              </a:ext>
            </a:extLst>
          </p:cNvPr>
          <p:cNvSpPr>
            <a:spLocks noGrp="1"/>
          </p:cNvSpPr>
          <p:nvPr>
            <p:ph type="sldNum" sz="quarter" idx="16"/>
          </p:nvPr>
        </p:nvSpPr>
        <p:spPr/>
        <p:txBody>
          <a:bodyPr/>
          <a:lstStyle/>
          <a:p>
            <a:fld id="{294A09A9-5501-47C1-A89A-A340965A2BE2}" type="slidenum">
              <a:rPr lang="en-US" smtClean="0"/>
              <a:pPr/>
              <a:t>‹#›</a:t>
            </a:fld>
            <a:endParaRPr lang="en-US" dirty="0">
              <a:latin typeface="+mn-lt"/>
            </a:endParaRPr>
          </a:p>
        </p:txBody>
      </p:sp>
    </p:spTree>
    <p:extLst>
      <p:ext uri="{BB962C8B-B14F-4D97-AF65-F5344CB8AC3E}">
        <p14:creationId xmlns:p14="http://schemas.microsoft.com/office/powerpoint/2010/main" val="255042539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3 col">
    <p:bg>
      <p:bgPr>
        <a:solidFill>
          <a:schemeClr val="tx1"/>
        </a:solidFill>
        <a:effectLst/>
      </p:bgPr>
    </p:bg>
    <p:spTree>
      <p:nvGrpSpPr>
        <p:cNvPr id="1" name=""/>
        <p:cNvGrpSpPr/>
        <p:nvPr/>
      </p:nvGrpSpPr>
      <p:grpSpPr>
        <a:xfrm>
          <a:off x="0" y="0"/>
          <a:ext cx="0" cy="0"/>
          <a:chOff x="0" y="0"/>
          <a:chExt cx="0" cy="0"/>
        </a:xfrm>
      </p:grpSpPr>
      <p:grpSp>
        <p:nvGrpSpPr>
          <p:cNvPr id="37" name="Group 36">
            <a:extLst>
              <a:ext uri="{FF2B5EF4-FFF2-40B4-BE49-F238E27FC236}">
                <a16:creationId xmlns:a16="http://schemas.microsoft.com/office/drawing/2014/main" id="{868B08E5-2F7C-7749-8BDF-386EAF974BB0}"/>
              </a:ext>
            </a:extLst>
          </p:cNvPr>
          <p:cNvGrpSpPr>
            <a:grpSpLocks/>
          </p:cNvGrpSpPr>
          <p:nvPr userDrawn="1"/>
        </p:nvGrpSpPr>
        <p:grpSpPr bwMode="auto">
          <a:xfrm rot="16200000" flipV="1">
            <a:off x="0" y="3900132"/>
            <a:ext cx="2959226" cy="2959226"/>
            <a:chOff x="0" y="12289"/>
            <a:chExt cx="3550" cy="3551"/>
          </a:xfrm>
        </p:grpSpPr>
        <p:sp>
          <p:nvSpPr>
            <p:cNvPr id="38" name="Freeform 37">
              <a:extLst>
                <a:ext uri="{FF2B5EF4-FFF2-40B4-BE49-F238E27FC236}">
                  <a16:creationId xmlns:a16="http://schemas.microsoft.com/office/drawing/2014/main" id="{F3E300C0-0B72-9048-9E16-2166E1A88FE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39" name="Freeform 38">
              <a:extLst>
                <a:ext uri="{FF2B5EF4-FFF2-40B4-BE49-F238E27FC236}">
                  <a16:creationId xmlns:a16="http://schemas.microsoft.com/office/drawing/2014/main" id="{E4AA520D-9D51-3A42-B9B1-DF72169BC8DB}"/>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40" name="Freeform 39">
              <a:extLst>
                <a:ext uri="{FF2B5EF4-FFF2-40B4-BE49-F238E27FC236}">
                  <a16:creationId xmlns:a16="http://schemas.microsoft.com/office/drawing/2014/main" id="{D5F2735E-137C-DB47-AEF0-EFC871A32373}"/>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32" name="Title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anchor="b" anchorCtr="0">
            <a:normAutofit/>
          </a:bodyPr>
          <a:lstStyle>
            <a:lvl1pPr>
              <a:defRPr sz="4400" b="1" i="0">
                <a:latin typeface="+mj-lt"/>
              </a:defRPr>
            </a:lvl1pPr>
          </a:lstStyle>
          <a:p>
            <a:r>
              <a:rPr lang="en-US"/>
              <a:t>Click to edit Master title style</a:t>
            </a:r>
            <a:endParaRPr lang="en-US" dirty="0"/>
          </a:p>
        </p:txBody>
      </p:sp>
      <p:cxnSp>
        <p:nvCxnSpPr>
          <p:cNvPr id="33" name="Straight Connector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3" name="Text Placeholder 2">
            <a:extLst>
              <a:ext uri="{FF2B5EF4-FFF2-40B4-BE49-F238E27FC236}">
                <a16:creationId xmlns:a16="http://schemas.microsoft.com/office/drawing/2014/main" id="{A6147D10-E7D7-8F40-AF69-726398729333}"/>
              </a:ext>
            </a:extLst>
          </p:cNvPr>
          <p:cNvSpPr>
            <a:spLocks noGrp="1"/>
          </p:cNvSpPr>
          <p:nvPr>
            <p:ph type="body" idx="1"/>
          </p:nvPr>
        </p:nvSpPr>
        <p:spPr>
          <a:xfrm>
            <a:off x="952500"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buNone/>
            </a:pPr>
            <a:r>
              <a:rPr lang="en-US"/>
              <a:t>Click to edit Master text styles</a:t>
            </a:r>
          </a:p>
        </p:txBody>
      </p:sp>
      <p:sp>
        <p:nvSpPr>
          <p:cNvPr id="27" name="Content Placeholder 3">
            <a:extLst>
              <a:ext uri="{FF2B5EF4-FFF2-40B4-BE49-F238E27FC236}">
                <a16:creationId xmlns:a16="http://schemas.microsoft.com/office/drawing/2014/main" id="{E81957B7-CEA6-A446-A203-471CF9A57FFD}"/>
              </a:ext>
            </a:extLst>
          </p:cNvPr>
          <p:cNvSpPr>
            <a:spLocks noGrp="1"/>
          </p:cNvSpPr>
          <p:nvPr>
            <p:ph sz="half" idx="2"/>
          </p:nvPr>
        </p:nvSpPr>
        <p:spPr>
          <a:xfrm>
            <a:off x="952500" y="2799146"/>
            <a:ext cx="3036477" cy="1942138"/>
          </a:xfrm>
          <a:prstGeom prst="rect">
            <a:avLst/>
          </a:prstGeom>
        </p:spPr>
        <p:txBody>
          <a:bodyPr lIns="0" tIns="0" rIns="0" bIns="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a:r>
              <a:rPr lang="en-US"/>
              <a:t>Click to edit Master text styles</a:t>
            </a:r>
          </a:p>
        </p:txBody>
      </p:sp>
      <p:sp>
        <p:nvSpPr>
          <p:cNvPr id="20" name="Text Placeholder 2">
            <a:extLst>
              <a:ext uri="{FF2B5EF4-FFF2-40B4-BE49-F238E27FC236}">
                <a16:creationId xmlns:a16="http://schemas.microsoft.com/office/drawing/2014/main" id="{057DFE0A-61D9-1B48-8196-EA94D04685DD}"/>
              </a:ext>
            </a:extLst>
          </p:cNvPr>
          <p:cNvSpPr>
            <a:spLocks noGrp="1"/>
          </p:cNvSpPr>
          <p:nvPr>
            <p:ph type="body" idx="10"/>
          </p:nvPr>
        </p:nvSpPr>
        <p:spPr>
          <a:xfrm>
            <a:off x="4569372"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buNone/>
            </a:pPr>
            <a:r>
              <a:rPr lang="en-US"/>
              <a:t>Click to edit Master text styles</a:t>
            </a:r>
          </a:p>
        </p:txBody>
      </p:sp>
      <p:sp>
        <p:nvSpPr>
          <p:cNvPr id="21" name="Content Placeholder 3">
            <a:extLst>
              <a:ext uri="{FF2B5EF4-FFF2-40B4-BE49-F238E27FC236}">
                <a16:creationId xmlns:a16="http://schemas.microsoft.com/office/drawing/2014/main" id="{C946754A-F105-644E-99A4-DC80B9944243}"/>
              </a:ext>
            </a:extLst>
          </p:cNvPr>
          <p:cNvSpPr>
            <a:spLocks noGrp="1"/>
          </p:cNvSpPr>
          <p:nvPr>
            <p:ph sz="half" idx="11"/>
          </p:nvPr>
        </p:nvSpPr>
        <p:spPr>
          <a:xfrm>
            <a:off x="4569372" y="2799146"/>
            <a:ext cx="3050628" cy="1942138"/>
          </a:xfrm>
          <a:prstGeom prst="rect">
            <a:avLst/>
          </a:prstGeom>
        </p:spPr>
        <p:txBody>
          <a:bodyPr lIns="0" tIns="0" rIns="0" bIns="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a:r>
              <a:rPr lang="en-US"/>
              <a:t>Click to edit Master text styles</a:t>
            </a:r>
          </a:p>
        </p:txBody>
      </p:sp>
      <p:sp>
        <p:nvSpPr>
          <p:cNvPr id="22" name="Text Placeholder 2">
            <a:extLst>
              <a:ext uri="{FF2B5EF4-FFF2-40B4-BE49-F238E27FC236}">
                <a16:creationId xmlns:a16="http://schemas.microsoft.com/office/drawing/2014/main" id="{368648FC-FC9A-5645-8F0C-390FFFAE180D}"/>
              </a:ext>
            </a:extLst>
          </p:cNvPr>
          <p:cNvSpPr>
            <a:spLocks noGrp="1"/>
          </p:cNvSpPr>
          <p:nvPr>
            <p:ph type="body" idx="12"/>
          </p:nvPr>
        </p:nvSpPr>
        <p:spPr>
          <a:xfrm>
            <a:off x="8187017" y="2300156"/>
            <a:ext cx="3036477" cy="404216"/>
          </a:xfrm>
          <a:prstGeom prst="rect">
            <a:avLst/>
          </a:prstGeom>
        </p:spPr>
        <p:txBody>
          <a:bodyPr vert="horz" lIns="0" tIns="0" rIns="0" bIns="0" rtlCol="0" anchor="t" anchorCtr="0">
            <a:normAutofit/>
          </a:bodyPr>
          <a:lstStyle>
            <a:lvl1pPr marL="0" indent="0">
              <a:buNone/>
              <a:defRPr lang="en-US" sz="1800" spc="0" baseline="0" dirty="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buNone/>
            </a:pPr>
            <a:r>
              <a:rPr lang="en-US"/>
              <a:t>Click to edit Master text styles</a:t>
            </a:r>
          </a:p>
        </p:txBody>
      </p:sp>
      <p:sp>
        <p:nvSpPr>
          <p:cNvPr id="24" name="Content Placeholder 3">
            <a:extLst>
              <a:ext uri="{FF2B5EF4-FFF2-40B4-BE49-F238E27FC236}">
                <a16:creationId xmlns:a16="http://schemas.microsoft.com/office/drawing/2014/main" id="{BBB849DC-B114-D145-9879-4FE0688BF57E}"/>
              </a:ext>
            </a:extLst>
          </p:cNvPr>
          <p:cNvSpPr>
            <a:spLocks noGrp="1"/>
          </p:cNvSpPr>
          <p:nvPr>
            <p:ph sz="half" idx="13"/>
          </p:nvPr>
        </p:nvSpPr>
        <p:spPr>
          <a:xfrm>
            <a:off x="8187017" y="2799146"/>
            <a:ext cx="3036477" cy="1942138"/>
          </a:xfrm>
          <a:prstGeom prst="rect">
            <a:avLst/>
          </a:prstGeom>
        </p:spPr>
        <p:txBody>
          <a:bodyPr lIns="0" tIns="0" rIns="0" bIns="0" anchor="t" anchorCtr="0">
            <a:normAutofit/>
          </a:bodyPr>
          <a:lstStyle>
            <a:lvl1pPr marL="285750" indent="-285750">
              <a:lnSpc>
                <a:spcPct val="100000"/>
              </a:lnSpc>
              <a:buFont typeface="Wingdings" pitchFamily="2" charset="2"/>
              <a:buChar char="§"/>
              <a:defRPr sz="1600">
                <a:latin typeface="+mn-lt"/>
              </a:defRPr>
            </a:lvl1pPr>
            <a:lvl2pPr>
              <a:defRPr sz="1600"/>
            </a:lvl2pPr>
            <a:lvl3pPr>
              <a:defRPr sz="1600"/>
            </a:lvl3pPr>
            <a:lvl4pPr>
              <a:defRPr sz="1600"/>
            </a:lvl4pPr>
            <a:lvl5pPr>
              <a:defRPr sz="1600"/>
            </a:lvl5pPr>
          </a:lstStyle>
          <a:p>
            <a:pPr lvl="0"/>
            <a:r>
              <a:rPr lang="en-US"/>
              <a:t>Click to edit Master text styles</a:t>
            </a:r>
          </a:p>
        </p:txBody>
      </p:sp>
      <p:cxnSp>
        <p:nvCxnSpPr>
          <p:cNvPr id="26" name="Straight Connector 25">
            <a:extLst>
              <a:ext uri="{FF2B5EF4-FFF2-40B4-BE49-F238E27FC236}">
                <a16:creationId xmlns:a16="http://schemas.microsoft.com/office/drawing/2014/main" id="{9F0C4CE5-5F02-B143-8FD1-1B235D270DAC}"/>
              </a:ext>
            </a:extLst>
          </p:cNvPr>
          <p:cNvCxnSpPr>
            <a:cxnSpLocks/>
          </p:cNvCxnSpPr>
          <p:nvPr userDrawn="1"/>
        </p:nvCxnSpPr>
        <p:spPr>
          <a:xfrm>
            <a:off x="4569372"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cxnSp>
        <p:nvCxnSpPr>
          <p:cNvPr id="28" name="Straight Connector 27">
            <a:extLst>
              <a:ext uri="{FF2B5EF4-FFF2-40B4-BE49-F238E27FC236}">
                <a16:creationId xmlns:a16="http://schemas.microsoft.com/office/drawing/2014/main" id="{289A8C14-DB28-F34E-8098-168D4C75AF23}"/>
              </a:ext>
            </a:extLst>
          </p:cNvPr>
          <p:cNvCxnSpPr>
            <a:cxnSpLocks/>
          </p:cNvCxnSpPr>
          <p:nvPr userDrawn="1"/>
        </p:nvCxnSpPr>
        <p:spPr>
          <a:xfrm>
            <a:off x="8187017"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2" name="Date Placeholder 1">
            <a:extLst>
              <a:ext uri="{FF2B5EF4-FFF2-40B4-BE49-F238E27FC236}">
                <a16:creationId xmlns:a16="http://schemas.microsoft.com/office/drawing/2014/main" id="{F0FA07F3-F8E4-4505-85EC-22734AC68792}"/>
              </a:ext>
            </a:extLst>
          </p:cNvPr>
          <p:cNvSpPr>
            <a:spLocks noGrp="1"/>
          </p:cNvSpPr>
          <p:nvPr>
            <p:ph type="dt" sz="half" idx="14"/>
          </p:nvPr>
        </p:nvSpPr>
        <p:spPr/>
        <p:txBody>
          <a:bodyPr/>
          <a:lstStyle/>
          <a:p>
            <a:fld id="{6FCA8E82-58CD-E045-8B98-B7A85B79B752}" type="datetime4">
              <a:rPr lang="en-US" smtClean="0"/>
              <a:pPr/>
              <a:t>October 30, 2023</a:t>
            </a:fld>
            <a:endParaRPr lang="en-US" dirty="0">
              <a:latin typeface="+mn-lt"/>
            </a:endParaRPr>
          </a:p>
        </p:txBody>
      </p:sp>
      <p:sp>
        <p:nvSpPr>
          <p:cNvPr id="3" name="Footer Placeholder 2">
            <a:extLst>
              <a:ext uri="{FF2B5EF4-FFF2-40B4-BE49-F238E27FC236}">
                <a16:creationId xmlns:a16="http://schemas.microsoft.com/office/drawing/2014/main" id="{D5165D22-FEF5-4F30-8822-5D2378806A9B}"/>
              </a:ext>
            </a:extLst>
          </p:cNvPr>
          <p:cNvSpPr>
            <a:spLocks noGrp="1"/>
          </p:cNvSpPr>
          <p:nvPr>
            <p:ph type="ftr" sz="quarter" idx="15"/>
          </p:nvPr>
        </p:nvSpPr>
        <p:spPr/>
        <p:txBody>
          <a:bodyPr/>
          <a:lstStyle/>
          <a:p>
            <a:r>
              <a:rPr lang="en-US" dirty="0"/>
              <a:t>Annual Review</a:t>
            </a:r>
            <a:endParaRPr lang="en-US" b="0" dirty="0"/>
          </a:p>
        </p:txBody>
      </p:sp>
      <p:sp>
        <p:nvSpPr>
          <p:cNvPr id="4" name="Slide Number Placeholder 3">
            <a:extLst>
              <a:ext uri="{FF2B5EF4-FFF2-40B4-BE49-F238E27FC236}">
                <a16:creationId xmlns:a16="http://schemas.microsoft.com/office/drawing/2014/main" id="{1540F86B-3DA3-4708-AAF5-387BA115C415}"/>
              </a:ext>
            </a:extLst>
          </p:cNvPr>
          <p:cNvSpPr>
            <a:spLocks noGrp="1"/>
          </p:cNvSpPr>
          <p:nvPr>
            <p:ph type="sldNum" sz="quarter" idx="16"/>
          </p:nvPr>
        </p:nvSpPr>
        <p:spPr/>
        <p:txBody>
          <a:bodyPr/>
          <a:lstStyle/>
          <a:p>
            <a:fld id="{294A09A9-5501-47C1-A89A-A340965A2BE2}" type="slidenum">
              <a:rPr lang="en-US" smtClean="0"/>
              <a:pPr/>
              <a:t>‹#›</a:t>
            </a:fld>
            <a:endParaRPr lang="en-US" dirty="0">
              <a:latin typeface="+mn-lt"/>
            </a:endParaRPr>
          </a:p>
        </p:txBody>
      </p:sp>
    </p:spTree>
    <p:extLst>
      <p:ext uri="{BB962C8B-B14F-4D97-AF65-F5344CB8AC3E}">
        <p14:creationId xmlns:p14="http://schemas.microsoft.com/office/powerpoint/2010/main" val="422794871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520" userDrawn="1">
          <p15:clr>
            <a:srgbClr val="FBAE40"/>
          </p15:clr>
        </p15:guide>
        <p15:guide id="4" pos="5160" userDrawn="1">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4800" userDrawn="1">
          <p15:clr>
            <a:srgbClr val="FBAE40"/>
          </p15:clr>
        </p15:guide>
        <p15:guide id="11" pos="2880" userDrawn="1">
          <p15:clr>
            <a:srgbClr val="FBAE40"/>
          </p15:clr>
        </p15:guide>
        <p15:guide id="12" orient="horz" pos="1752"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ummary ">
    <p:bg>
      <p:bgPr>
        <a:solidFill>
          <a:schemeClr val="tx1"/>
        </a:solidFill>
        <a:effectLst/>
      </p:bgPr>
    </p:bg>
    <p:spTree>
      <p:nvGrpSpPr>
        <p:cNvPr id="1" name=""/>
        <p:cNvGrpSpPr/>
        <p:nvPr/>
      </p:nvGrpSpPr>
      <p:grpSpPr>
        <a:xfrm>
          <a:off x="0" y="0"/>
          <a:ext cx="0" cy="0"/>
          <a:chOff x="0" y="0"/>
          <a:chExt cx="0" cy="0"/>
        </a:xfrm>
      </p:grpSpPr>
      <p:sp>
        <p:nvSpPr>
          <p:cNvPr id="32" name="Title 1">
            <a:extLst>
              <a:ext uri="{FF2B5EF4-FFF2-40B4-BE49-F238E27FC236}">
                <a16:creationId xmlns:a16="http://schemas.microsoft.com/office/drawing/2014/main" id="{467E05B6-B7CB-1E4F-96BA-4B8CFE8B63D9}"/>
              </a:ext>
            </a:extLst>
          </p:cNvPr>
          <p:cNvSpPr>
            <a:spLocks noGrp="1"/>
          </p:cNvSpPr>
          <p:nvPr>
            <p:ph type="title"/>
          </p:nvPr>
        </p:nvSpPr>
        <p:spPr>
          <a:xfrm>
            <a:off x="964023" y="879063"/>
            <a:ext cx="4941477" cy="610863"/>
          </a:xfrm>
          <a:prstGeom prst="rect">
            <a:avLst/>
          </a:prstGeom>
        </p:spPr>
        <p:txBody>
          <a:bodyPr lIns="0" tIns="0" rIns="0" bIns="0" anchor="b" anchorCtr="0">
            <a:normAutofit/>
          </a:bodyPr>
          <a:lstStyle>
            <a:lvl1pPr>
              <a:defRPr sz="4400" b="1" i="0">
                <a:latin typeface="+mj-lt"/>
              </a:defRPr>
            </a:lvl1pPr>
          </a:lstStyle>
          <a:p>
            <a:r>
              <a:rPr lang="en-US"/>
              <a:t>Click to edit Master title style</a:t>
            </a:r>
            <a:endParaRPr lang="en-US" dirty="0"/>
          </a:p>
        </p:txBody>
      </p:sp>
      <p:cxnSp>
        <p:nvCxnSpPr>
          <p:cNvPr id="33" name="Straight Connector 32">
            <a:extLst>
              <a:ext uri="{FF2B5EF4-FFF2-40B4-BE49-F238E27FC236}">
                <a16:creationId xmlns:a16="http://schemas.microsoft.com/office/drawing/2014/main" id="{51DEB652-BD6A-BD41-B85E-704D2C41A1C4}"/>
              </a:ext>
            </a:extLst>
          </p:cNvPr>
          <p:cNvCxnSpPr>
            <a:cxnSpLocks/>
          </p:cNvCxnSpPr>
          <p:nvPr userDrawn="1"/>
        </p:nvCxnSpPr>
        <p:spPr>
          <a:xfrm>
            <a:off x="952500" y="1939108"/>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3" name="Text Placeholder 2">
            <a:extLst>
              <a:ext uri="{FF2B5EF4-FFF2-40B4-BE49-F238E27FC236}">
                <a16:creationId xmlns:a16="http://schemas.microsoft.com/office/drawing/2014/main" id="{0DA8C895-11B9-EA40-B0F8-0F4FE9881512}"/>
              </a:ext>
            </a:extLst>
          </p:cNvPr>
          <p:cNvSpPr>
            <a:spLocks noGrp="1"/>
          </p:cNvSpPr>
          <p:nvPr>
            <p:ph type="body" sz="quarter" idx="10"/>
          </p:nvPr>
        </p:nvSpPr>
        <p:spPr>
          <a:xfrm>
            <a:off x="952500" y="2656904"/>
            <a:ext cx="4838700" cy="574318"/>
          </a:xfrm>
        </p:spPr>
        <p:txBody>
          <a:bodyPr>
            <a:noAutofit/>
          </a:bodyPr>
          <a:lstStyle>
            <a:lvl1pPr marL="0" indent="0">
              <a:buNone/>
              <a:defRPr sz="1600">
                <a:latin typeface="+mn-lt"/>
              </a:defRPr>
            </a:lvl1pPr>
          </a:lstStyle>
          <a:p>
            <a:pPr lvl="0"/>
            <a:r>
              <a:rPr lang="en-US"/>
              <a:t>Click to edit Master text styles</a:t>
            </a:r>
          </a:p>
        </p:txBody>
      </p:sp>
      <p:grpSp>
        <p:nvGrpSpPr>
          <p:cNvPr id="15" name="Group 14">
            <a:extLst>
              <a:ext uri="{FF2B5EF4-FFF2-40B4-BE49-F238E27FC236}">
                <a16:creationId xmlns:a16="http://schemas.microsoft.com/office/drawing/2014/main" id="{C47A1EE0-4011-3749-B01C-FC489EEDF880}"/>
              </a:ext>
            </a:extLst>
          </p:cNvPr>
          <p:cNvGrpSpPr>
            <a:grpSpLocks/>
          </p:cNvGrpSpPr>
          <p:nvPr userDrawn="1"/>
        </p:nvGrpSpPr>
        <p:grpSpPr bwMode="auto">
          <a:xfrm rot="10800000">
            <a:off x="8870040" y="0"/>
            <a:ext cx="3325208" cy="3325208"/>
            <a:chOff x="0" y="12289"/>
            <a:chExt cx="3550" cy="3551"/>
          </a:xfrm>
        </p:grpSpPr>
        <p:sp>
          <p:nvSpPr>
            <p:cNvPr id="16" name="Freeform 15">
              <a:extLst>
                <a:ext uri="{FF2B5EF4-FFF2-40B4-BE49-F238E27FC236}">
                  <a16:creationId xmlns:a16="http://schemas.microsoft.com/office/drawing/2014/main" id="{17EED68A-6660-2643-BBFB-B6AB92A7C227}"/>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7" name="Freeform 16">
              <a:extLst>
                <a:ext uri="{FF2B5EF4-FFF2-40B4-BE49-F238E27FC236}">
                  <a16:creationId xmlns:a16="http://schemas.microsoft.com/office/drawing/2014/main" id="{BECF9FB8-F6C7-C54D-99F4-11FDF26D7F9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18" name="Freeform 17">
              <a:extLst>
                <a:ext uri="{FF2B5EF4-FFF2-40B4-BE49-F238E27FC236}">
                  <a16:creationId xmlns:a16="http://schemas.microsoft.com/office/drawing/2014/main" id="{46C7C62D-7D3B-934C-AFF9-0F10E727B42E}"/>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
        <p:nvSpPr>
          <p:cNvPr id="4" name="Text Placeholder 3">
            <a:extLst>
              <a:ext uri="{FF2B5EF4-FFF2-40B4-BE49-F238E27FC236}">
                <a16:creationId xmlns:a16="http://schemas.microsoft.com/office/drawing/2014/main" id="{FF85D552-3AFC-4D21-A944-9D41E128A96E}"/>
              </a:ext>
            </a:extLst>
          </p:cNvPr>
          <p:cNvSpPr>
            <a:spLocks noGrp="1"/>
          </p:cNvSpPr>
          <p:nvPr>
            <p:ph type="body" sz="quarter" idx="12"/>
          </p:nvPr>
        </p:nvSpPr>
        <p:spPr>
          <a:xfrm>
            <a:off x="952500" y="2286000"/>
            <a:ext cx="4838700" cy="315915"/>
          </a:xfrm>
        </p:spPr>
        <p:txBody>
          <a:bodyPr>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a:r>
              <a:rPr lang="en-US"/>
              <a:t>Click to edit Master text styles</a:t>
            </a:r>
          </a:p>
        </p:txBody>
      </p:sp>
      <p:sp>
        <p:nvSpPr>
          <p:cNvPr id="21" name="Text Placeholder 2">
            <a:extLst>
              <a:ext uri="{FF2B5EF4-FFF2-40B4-BE49-F238E27FC236}">
                <a16:creationId xmlns:a16="http://schemas.microsoft.com/office/drawing/2014/main" id="{BE8C2EDB-9C70-49A2-865C-E5CD77D3E741}"/>
              </a:ext>
            </a:extLst>
          </p:cNvPr>
          <p:cNvSpPr>
            <a:spLocks noGrp="1"/>
          </p:cNvSpPr>
          <p:nvPr>
            <p:ph type="body" sz="quarter" idx="13"/>
          </p:nvPr>
        </p:nvSpPr>
        <p:spPr>
          <a:xfrm>
            <a:off x="953655" y="3841846"/>
            <a:ext cx="4838700" cy="636754"/>
          </a:xfrm>
        </p:spPr>
        <p:txBody>
          <a:bodyPr>
            <a:noAutofit/>
          </a:bodyPr>
          <a:lstStyle>
            <a:lvl1pPr marL="0" indent="0">
              <a:buNone/>
              <a:defRPr sz="1600">
                <a:latin typeface="+mn-lt"/>
              </a:defRPr>
            </a:lvl1pPr>
          </a:lstStyle>
          <a:p>
            <a:pPr lvl="0"/>
            <a:r>
              <a:rPr lang="en-US"/>
              <a:t>Click to edit Master text styles</a:t>
            </a:r>
          </a:p>
        </p:txBody>
      </p:sp>
      <p:sp>
        <p:nvSpPr>
          <p:cNvPr id="22" name="Text Placeholder 3">
            <a:extLst>
              <a:ext uri="{FF2B5EF4-FFF2-40B4-BE49-F238E27FC236}">
                <a16:creationId xmlns:a16="http://schemas.microsoft.com/office/drawing/2014/main" id="{EE50320A-D017-45C6-9986-94BC43911E98}"/>
              </a:ext>
            </a:extLst>
          </p:cNvPr>
          <p:cNvSpPr>
            <a:spLocks noGrp="1"/>
          </p:cNvSpPr>
          <p:nvPr>
            <p:ph type="body" sz="quarter" idx="14"/>
          </p:nvPr>
        </p:nvSpPr>
        <p:spPr>
          <a:xfrm>
            <a:off x="953655" y="3470942"/>
            <a:ext cx="4838700" cy="315915"/>
          </a:xfrm>
        </p:spPr>
        <p:txBody>
          <a:bodyPr>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a:r>
              <a:rPr lang="en-US"/>
              <a:t>Click to edit Master text styles</a:t>
            </a:r>
          </a:p>
        </p:txBody>
      </p:sp>
      <p:sp>
        <p:nvSpPr>
          <p:cNvPr id="23" name="Text Placeholder 2">
            <a:extLst>
              <a:ext uri="{FF2B5EF4-FFF2-40B4-BE49-F238E27FC236}">
                <a16:creationId xmlns:a16="http://schemas.microsoft.com/office/drawing/2014/main" id="{673EB498-F5D2-4E15-990A-2AFA4A377CBB}"/>
              </a:ext>
            </a:extLst>
          </p:cNvPr>
          <p:cNvSpPr>
            <a:spLocks noGrp="1"/>
          </p:cNvSpPr>
          <p:nvPr>
            <p:ph type="body" sz="quarter" idx="15"/>
          </p:nvPr>
        </p:nvSpPr>
        <p:spPr>
          <a:xfrm>
            <a:off x="952500" y="5017901"/>
            <a:ext cx="4838700" cy="908340"/>
          </a:xfrm>
        </p:spPr>
        <p:txBody>
          <a:bodyPr>
            <a:noAutofit/>
          </a:bodyPr>
          <a:lstStyle>
            <a:lvl1pPr marL="0" indent="0">
              <a:buNone/>
              <a:defRPr sz="1600">
                <a:latin typeface="+mn-lt"/>
              </a:defRPr>
            </a:lvl1pPr>
          </a:lstStyle>
          <a:p>
            <a:pPr lvl="0"/>
            <a:r>
              <a:rPr lang="en-US"/>
              <a:t>Click to edit Master text styles</a:t>
            </a:r>
          </a:p>
        </p:txBody>
      </p:sp>
      <p:sp>
        <p:nvSpPr>
          <p:cNvPr id="24" name="Text Placeholder 3">
            <a:extLst>
              <a:ext uri="{FF2B5EF4-FFF2-40B4-BE49-F238E27FC236}">
                <a16:creationId xmlns:a16="http://schemas.microsoft.com/office/drawing/2014/main" id="{1F528150-326B-4BB3-AC38-7FC805DB6BA7}"/>
              </a:ext>
            </a:extLst>
          </p:cNvPr>
          <p:cNvSpPr>
            <a:spLocks noGrp="1"/>
          </p:cNvSpPr>
          <p:nvPr>
            <p:ph type="body" sz="quarter" idx="16"/>
          </p:nvPr>
        </p:nvSpPr>
        <p:spPr>
          <a:xfrm>
            <a:off x="952500" y="4646997"/>
            <a:ext cx="4838700" cy="315915"/>
          </a:xfrm>
        </p:spPr>
        <p:txBody>
          <a:bodyPr>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a:r>
              <a:rPr lang="en-US"/>
              <a:t>Click to edit Master text styles</a:t>
            </a:r>
          </a:p>
        </p:txBody>
      </p:sp>
      <p:sp>
        <p:nvSpPr>
          <p:cNvPr id="25" name="Text Placeholder 2">
            <a:extLst>
              <a:ext uri="{FF2B5EF4-FFF2-40B4-BE49-F238E27FC236}">
                <a16:creationId xmlns:a16="http://schemas.microsoft.com/office/drawing/2014/main" id="{20EBEFF7-AECA-409B-9ACC-A63A168283BE}"/>
              </a:ext>
            </a:extLst>
          </p:cNvPr>
          <p:cNvSpPr>
            <a:spLocks noGrp="1"/>
          </p:cNvSpPr>
          <p:nvPr>
            <p:ph type="body" sz="quarter" idx="17"/>
          </p:nvPr>
        </p:nvSpPr>
        <p:spPr>
          <a:xfrm>
            <a:off x="6399647" y="2656904"/>
            <a:ext cx="4838700" cy="574318"/>
          </a:xfrm>
        </p:spPr>
        <p:txBody>
          <a:bodyPr>
            <a:noAutofit/>
          </a:bodyPr>
          <a:lstStyle>
            <a:lvl1pPr marL="0" indent="0">
              <a:buNone/>
              <a:defRPr sz="1600">
                <a:latin typeface="+mn-lt"/>
              </a:defRPr>
            </a:lvl1pPr>
          </a:lstStyle>
          <a:p>
            <a:pPr lvl="0"/>
            <a:r>
              <a:rPr lang="en-US"/>
              <a:t>Click to edit Master text styles</a:t>
            </a:r>
          </a:p>
        </p:txBody>
      </p:sp>
      <p:sp>
        <p:nvSpPr>
          <p:cNvPr id="26" name="Text Placeholder 3">
            <a:extLst>
              <a:ext uri="{FF2B5EF4-FFF2-40B4-BE49-F238E27FC236}">
                <a16:creationId xmlns:a16="http://schemas.microsoft.com/office/drawing/2014/main" id="{29E4D063-8666-4D7A-B8C8-2B9383F798E0}"/>
              </a:ext>
            </a:extLst>
          </p:cNvPr>
          <p:cNvSpPr>
            <a:spLocks noGrp="1"/>
          </p:cNvSpPr>
          <p:nvPr>
            <p:ph type="body" sz="quarter" idx="18"/>
          </p:nvPr>
        </p:nvSpPr>
        <p:spPr>
          <a:xfrm>
            <a:off x="6399647" y="2286000"/>
            <a:ext cx="4838700" cy="315915"/>
          </a:xfrm>
        </p:spPr>
        <p:txBody>
          <a:bodyPr>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a:r>
              <a:rPr lang="en-US"/>
              <a:t>Click to edit Master text styles</a:t>
            </a:r>
          </a:p>
        </p:txBody>
      </p:sp>
      <p:sp>
        <p:nvSpPr>
          <p:cNvPr id="27" name="Text Placeholder 2">
            <a:extLst>
              <a:ext uri="{FF2B5EF4-FFF2-40B4-BE49-F238E27FC236}">
                <a16:creationId xmlns:a16="http://schemas.microsoft.com/office/drawing/2014/main" id="{4717B7CD-A4F9-444E-82B9-8914CB574887}"/>
              </a:ext>
            </a:extLst>
          </p:cNvPr>
          <p:cNvSpPr>
            <a:spLocks noGrp="1"/>
          </p:cNvSpPr>
          <p:nvPr>
            <p:ph type="body" sz="quarter" idx="19"/>
          </p:nvPr>
        </p:nvSpPr>
        <p:spPr>
          <a:xfrm>
            <a:off x="6399647" y="3841846"/>
            <a:ext cx="4838700" cy="908340"/>
          </a:xfrm>
        </p:spPr>
        <p:txBody>
          <a:bodyPr>
            <a:noAutofit/>
          </a:bodyPr>
          <a:lstStyle>
            <a:lvl1pPr marL="0" indent="0">
              <a:buNone/>
              <a:defRPr sz="1600">
                <a:latin typeface="+mn-lt"/>
              </a:defRPr>
            </a:lvl1pPr>
          </a:lstStyle>
          <a:p>
            <a:pPr lvl="0"/>
            <a:r>
              <a:rPr lang="en-US"/>
              <a:t>Click to edit Master text styles</a:t>
            </a:r>
          </a:p>
        </p:txBody>
      </p:sp>
      <p:sp>
        <p:nvSpPr>
          <p:cNvPr id="28" name="Text Placeholder 3">
            <a:extLst>
              <a:ext uri="{FF2B5EF4-FFF2-40B4-BE49-F238E27FC236}">
                <a16:creationId xmlns:a16="http://schemas.microsoft.com/office/drawing/2014/main" id="{2CF285B7-A950-4326-A4D5-F5D542D2D65B}"/>
              </a:ext>
            </a:extLst>
          </p:cNvPr>
          <p:cNvSpPr>
            <a:spLocks noGrp="1"/>
          </p:cNvSpPr>
          <p:nvPr>
            <p:ph type="body" sz="quarter" idx="20"/>
          </p:nvPr>
        </p:nvSpPr>
        <p:spPr>
          <a:xfrm>
            <a:off x="6399647" y="3470942"/>
            <a:ext cx="4838700" cy="315915"/>
          </a:xfrm>
        </p:spPr>
        <p:txBody>
          <a:bodyPr>
            <a:noAutofit/>
          </a:bodyPr>
          <a:lstStyle>
            <a:lvl1pPr>
              <a:buNone/>
              <a:defRPr sz="1800" b="0" spc="0" baseline="0">
                <a:solidFill>
                  <a:schemeClr val="tx2"/>
                </a:solidFill>
                <a:latin typeface="+mj-lt"/>
              </a:defRPr>
            </a:lvl1pPr>
            <a:lvl2pPr>
              <a:buNone/>
              <a:defRPr/>
            </a:lvl2pPr>
            <a:lvl3pPr>
              <a:buNone/>
              <a:defRPr/>
            </a:lvl3pPr>
            <a:lvl4pPr>
              <a:buNone/>
              <a:defRPr/>
            </a:lvl4pPr>
            <a:lvl5pPr>
              <a:buNone/>
              <a:defRPr/>
            </a:lvl5pPr>
          </a:lstStyle>
          <a:p>
            <a:pPr lvl="0"/>
            <a:r>
              <a:rPr lang="en-US"/>
              <a:t>Click to edit Master text styles</a:t>
            </a:r>
          </a:p>
        </p:txBody>
      </p:sp>
      <p:sp>
        <p:nvSpPr>
          <p:cNvPr id="2" name="Date Placeholder 1">
            <a:extLst>
              <a:ext uri="{FF2B5EF4-FFF2-40B4-BE49-F238E27FC236}">
                <a16:creationId xmlns:a16="http://schemas.microsoft.com/office/drawing/2014/main" id="{EC45E38A-5516-4C3E-88FC-0DCBD876054B}"/>
              </a:ext>
            </a:extLst>
          </p:cNvPr>
          <p:cNvSpPr>
            <a:spLocks noGrp="1"/>
          </p:cNvSpPr>
          <p:nvPr>
            <p:ph type="dt" sz="half" idx="21"/>
          </p:nvPr>
        </p:nvSpPr>
        <p:spPr/>
        <p:txBody>
          <a:bodyPr/>
          <a:lstStyle/>
          <a:p>
            <a:fld id="{6FCA8E82-58CD-E045-8B98-B7A85B79B752}" type="datetime4">
              <a:rPr lang="en-US" smtClean="0"/>
              <a:pPr/>
              <a:t>October 30, 2023</a:t>
            </a:fld>
            <a:endParaRPr lang="en-US" dirty="0">
              <a:latin typeface="+mn-lt"/>
            </a:endParaRPr>
          </a:p>
        </p:txBody>
      </p:sp>
      <p:sp>
        <p:nvSpPr>
          <p:cNvPr id="5" name="Footer Placeholder 4">
            <a:extLst>
              <a:ext uri="{FF2B5EF4-FFF2-40B4-BE49-F238E27FC236}">
                <a16:creationId xmlns:a16="http://schemas.microsoft.com/office/drawing/2014/main" id="{14225273-038D-4F51-A093-83D80104F21A}"/>
              </a:ext>
            </a:extLst>
          </p:cNvPr>
          <p:cNvSpPr>
            <a:spLocks noGrp="1"/>
          </p:cNvSpPr>
          <p:nvPr>
            <p:ph type="ftr" sz="quarter" idx="22"/>
          </p:nvPr>
        </p:nvSpPr>
        <p:spPr/>
        <p:txBody>
          <a:bodyPr/>
          <a:lstStyle/>
          <a:p>
            <a:r>
              <a:rPr lang="en-US" dirty="0"/>
              <a:t>Annual Review</a:t>
            </a:r>
            <a:endParaRPr lang="en-US" b="0" dirty="0"/>
          </a:p>
        </p:txBody>
      </p:sp>
      <p:sp>
        <p:nvSpPr>
          <p:cNvPr id="6" name="Slide Number Placeholder 5">
            <a:extLst>
              <a:ext uri="{FF2B5EF4-FFF2-40B4-BE49-F238E27FC236}">
                <a16:creationId xmlns:a16="http://schemas.microsoft.com/office/drawing/2014/main" id="{C7F24E14-E0E0-44FA-A4AA-FA63A858730C}"/>
              </a:ext>
            </a:extLst>
          </p:cNvPr>
          <p:cNvSpPr>
            <a:spLocks noGrp="1"/>
          </p:cNvSpPr>
          <p:nvPr>
            <p:ph type="sldNum" sz="quarter" idx="23"/>
          </p:nvPr>
        </p:nvSpPr>
        <p:spPr/>
        <p:txBody>
          <a:bodyPr/>
          <a:lstStyle/>
          <a:p>
            <a:fld id="{294A09A9-5501-47C1-A89A-A340965A2BE2}" type="slidenum">
              <a:rPr lang="en-US" smtClean="0"/>
              <a:pPr/>
              <a:t>‹#›</a:t>
            </a:fld>
            <a:endParaRPr lang="en-US" dirty="0">
              <a:latin typeface="+mn-lt"/>
            </a:endParaRPr>
          </a:p>
        </p:txBody>
      </p:sp>
    </p:spTree>
    <p:extLst>
      <p:ext uri="{BB962C8B-B14F-4D97-AF65-F5344CB8AC3E}">
        <p14:creationId xmlns:p14="http://schemas.microsoft.com/office/powerpoint/2010/main" val="30601358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ank You">
    <p:bg>
      <p:bgPr>
        <a:solidFill>
          <a:schemeClr val="tx1"/>
        </a:solidFill>
        <a:effectLst/>
      </p:bgPr>
    </p:bg>
    <p:spTree>
      <p:nvGrpSpPr>
        <p:cNvPr id="1" name=""/>
        <p:cNvGrpSpPr/>
        <p:nvPr/>
      </p:nvGrpSpPr>
      <p:grpSpPr>
        <a:xfrm>
          <a:off x="0" y="0"/>
          <a:ext cx="0" cy="0"/>
          <a:chOff x="0" y="0"/>
          <a:chExt cx="0" cy="0"/>
        </a:xfrm>
      </p:grpSpPr>
      <p:sp>
        <p:nvSpPr>
          <p:cNvPr id="16" name="Text Placeholder 29">
            <a:extLst>
              <a:ext uri="{FF2B5EF4-FFF2-40B4-BE49-F238E27FC236}">
                <a16:creationId xmlns:a16="http://schemas.microsoft.com/office/drawing/2014/main" id="{BB778BC5-5409-574B-96E2-B45CDD940DF4}"/>
              </a:ext>
            </a:extLst>
          </p:cNvPr>
          <p:cNvSpPr>
            <a:spLocks noGrp="1"/>
          </p:cNvSpPr>
          <p:nvPr>
            <p:ph type="body" sz="quarter" idx="11"/>
          </p:nvPr>
        </p:nvSpPr>
        <p:spPr>
          <a:xfrm>
            <a:off x="6896100" y="5102063"/>
            <a:ext cx="4914900" cy="588795"/>
          </a:xfrm>
        </p:spPr>
        <p:txBody>
          <a:bodyPr lIns="0" tIns="0" rIns="0" bIns="0" anchor="b">
            <a:noAutofit/>
          </a:bodyPr>
          <a:lstStyle>
            <a:lvl1pPr marL="0" indent="0">
              <a:buNone/>
              <a:defRPr sz="1600" b="0" i="0">
                <a:solidFill>
                  <a:schemeClr val="tx2"/>
                </a:solidFill>
                <a:latin typeface="+mn-lt"/>
              </a:defRPr>
            </a:lvl1pPr>
            <a:lvl2pPr>
              <a:defRPr sz="4000"/>
            </a:lvl2pPr>
            <a:lvl3pPr>
              <a:defRPr sz="4000"/>
            </a:lvl3pPr>
            <a:lvl4pPr>
              <a:defRPr sz="4000"/>
            </a:lvl4pPr>
            <a:lvl5pPr>
              <a:defRPr sz="4000"/>
            </a:lvl5pPr>
          </a:lstStyle>
          <a:p>
            <a:pPr lvl="0"/>
            <a:r>
              <a:rPr lang="en-US"/>
              <a:t>Click to edit Master text styles</a:t>
            </a:r>
          </a:p>
        </p:txBody>
      </p:sp>
      <p:sp>
        <p:nvSpPr>
          <p:cNvPr id="17" name="Subtitle 2">
            <a:extLst>
              <a:ext uri="{FF2B5EF4-FFF2-40B4-BE49-F238E27FC236}">
                <a16:creationId xmlns:a16="http://schemas.microsoft.com/office/drawing/2014/main" id="{32916F3A-28FA-9A4B-A780-0D687D932893}"/>
              </a:ext>
            </a:extLst>
          </p:cNvPr>
          <p:cNvSpPr>
            <a:spLocks noGrp="1"/>
          </p:cNvSpPr>
          <p:nvPr>
            <p:ph type="subTitle" idx="1"/>
          </p:nvPr>
        </p:nvSpPr>
        <p:spPr>
          <a:xfrm>
            <a:off x="6907623" y="3591098"/>
            <a:ext cx="4903377" cy="1057791"/>
          </a:xfrm>
        </p:spPr>
        <p:txBody>
          <a:bodyPr lIns="0" tIns="0" rIns="0" bIns="0">
            <a:normAutofit/>
          </a:bodyPr>
          <a:lstStyle>
            <a:lvl1pPr marL="0" indent="0" algn="l">
              <a:buNone/>
              <a:defRPr sz="1600" b="0" i="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26" name="Title 1">
            <a:extLst>
              <a:ext uri="{FF2B5EF4-FFF2-40B4-BE49-F238E27FC236}">
                <a16:creationId xmlns:a16="http://schemas.microsoft.com/office/drawing/2014/main" id="{E29321F6-59C5-6E4C-A846-6AD00848A444}"/>
              </a:ext>
            </a:extLst>
          </p:cNvPr>
          <p:cNvSpPr>
            <a:spLocks noGrp="1"/>
          </p:cNvSpPr>
          <p:nvPr>
            <p:ph type="title"/>
          </p:nvPr>
        </p:nvSpPr>
        <p:spPr>
          <a:xfrm>
            <a:off x="6907623" y="2173658"/>
            <a:ext cx="4903377" cy="610863"/>
          </a:xfrm>
          <a:prstGeom prst="rect">
            <a:avLst/>
          </a:prstGeom>
        </p:spPr>
        <p:txBody>
          <a:bodyPr lIns="0" tIns="0" rIns="0" bIns="0" anchor="b" anchorCtr="0">
            <a:normAutofit/>
          </a:bodyPr>
          <a:lstStyle>
            <a:lvl1pPr>
              <a:defRPr sz="4400" b="1" i="0">
                <a:latin typeface="+mj-lt"/>
              </a:defRPr>
            </a:lvl1pPr>
          </a:lstStyle>
          <a:p>
            <a:r>
              <a:rPr lang="en-US"/>
              <a:t>Click to edit Master title style</a:t>
            </a:r>
            <a:endParaRPr lang="en-US" dirty="0"/>
          </a:p>
        </p:txBody>
      </p:sp>
      <p:cxnSp>
        <p:nvCxnSpPr>
          <p:cNvPr id="27" name="Straight Connector 26">
            <a:extLst>
              <a:ext uri="{FF2B5EF4-FFF2-40B4-BE49-F238E27FC236}">
                <a16:creationId xmlns:a16="http://schemas.microsoft.com/office/drawing/2014/main" id="{AB5C3BF3-A164-DD48-BD02-4587489DA105}"/>
              </a:ext>
            </a:extLst>
          </p:cNvPr>
          <p:cNvCxnSpPr>
            <a:cxnSpLocks/>
          </p:cNvCxnSpPr>
          <p:nvPr userDrawn="1"/>
        </p:nvCxnSpPr>
        <p:spPr>
          <a:xfrm>
            <a:off x="6896100" y="3233703"/>
            <a:ext cx="2133600" cy="3992"/>
          </a:xfrm>
          <a:prstGeom prst="line">
            <a:avLst/>
          </a:prstGeom>
          <a:ln w="101600">
            <a:solidFill>
              <a:schemeClr val="tx2"/>
            </a:solidFill>
          </a:ln>
        </p:spPr>
        <p:style>
          <a:lnRef idx="1">
            <a:schemeClr val="dk1"/>
          </a:lnRef>
          <a:fillRef idx="0">
            <a:schemeClr val="dk1"/>
          </a:fillRef>
          <a:effectRef idx="0">
            <a:schemeClr val="dk1"/>
          </a:effectRef>
          <a:fontRef idx="minor">
            <a:schemeClr val="tx1"/>
          </a:fontRef>
        </p:style>
      </p:cxnSp>
      <p:sp>
        <p:nvSpPr>
          <p:cNvPr id="11" name="Picture Placeholder 2">
            <a:extLst>
              <a:ext uri="{FF2B5EF4-FFF2-40B4-BE49-F238E27FC236}">
                <a16:creationId xmlns:a16="http://schemas.microsoft.com/office/drawing/2014/main" id="{F8C225AD-C009-894E-8AFA-C94EAA06509C}"/>
              </a:ext>
            </a:extLst>
          </p:cNvPr>
          <p:cNvSpPr>
            <a:spLocks noGrp="1"/>
          </p:cNvSpPr>
          <p:nvPr>
            <p:ph type="pic" sz="quarter" idx="13"/>
          </p:nvPr>
        </p:nvSpPr>
        <p:spPr>
          <a:xfrm>
            <a:off x="0" y="0"/>
            <a:ext cx="6096000" cy="6858000"/>
          </a:xfrm>
        </p:spPr>
        <p:txBody>
          <a:bodyPr/>
          <a:lstStyle/>
          <a:p>
            <a:r>
              <a:rPr lang="en-US" dirty="0"/>
              <a:t>Click icon to add picture</a:t>
            </a:r>
          </a:p>
        </p:txBody>
      </p:sp>
      <p:grpSp>
        <p:nvGrpSpPr>
          <p:cNvPr id="30" name="Group 29">
            <a:extLst>
              <a:ext uri="{FF2B5EF4-FFF2-40B4-BE49-F238E27FC236}">
                <a16:creationId xmlns:a16="http://schemas.microsoft.com/office/drawing/2014/main" id="{FFEF81ED-50DF-3946-87D9-407C13C3CE9F}"/>
              </a:ext>
            </a:extLst>
          </p:cNvPr>
          <p:cNvGrpSpPr>
            <a:grpSpLocks/>
          </p:cNvGrpSpPr>
          <p:nvPr userDrawn="1"/>
        </p:nvGrpSpPr>
        <p:grpSpPr bwMode="auto">
          <a:xfrm rot="10800000">
            <a:off x="8870040" y="0"/>
            <a:ext cx="3325208" cy="3325208"/>
            <a:chOff x="0" y="12289"/>
            <a:chExt cx="3550" cy="3551"/>
          </a:xfrm>
        </p:grpSpPr>
        <p:sp>
          <p:nvSpPr>
            <p:cNvPr id="31" name="Freeform 30">
              <a:extLst>
                <a:ext uri="{FF2B5EF4-FFF2-40B4-BE49-F238E27FC236}">
                  <a16:creationId xmlns:a16="http://schemas.microsoft.com/office/drawing/2014/main" id="{4B6857A0-601C-9C40-ADB4-7927C7A4ECA0}"/>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32" name="Freeform 31">
              <a:extLst>
                <a:ext uri="{FF2B5EF4-FFF2-40B4-BE49-F238E27FC236}">
                  <a16:creationId xmlns:a16="http://schemas.microsoft.com/office/drawing/2014/main" id="{31562ACC-ECB3-4841-A52C-00DAFF438EBF}"/>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sp>
          <p:nvSpPr>
            <p:cNvPr id="33" name="Freeform 32">
              <a:extLst>
                <a:ext uri="{FF2B5EF4-FFF2-40B4-BE49-F238E27FC236}">
                  <a16:creationId xmlns:a16="http://schemas.microsoft.com/office/drawing/2014/main" id="{77C317B8-91B4-7040-AB8C-CE822CA28AAD}"/>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dirty="0"/>
            </a:p>
          </p:txBody>
        </p:sp>
      </p:grpSp>
    </p:spTree>
    <p:extLst>
      <p:ext uri="{BB962C8B-B14F-4D97-AF65-F5344CB8AC3E}">
        <p14:creationId xmlns:p14="http://schemas.microsoft.com/office/powerpoint/2010/main" val="999130720"/>
      </p:ext>
    </p:extLst>
  </p:cSld>
  <p:clrMapOvr>
    <a:masterClrMapping/>
  </p:clrMapOvr>
  <p:extLst>
    <p:ext uri="{DCECCB84-F9BA-43D5-87BE-67443E8EF086}">
      <p15:sldGuideLst xmlns:p15="http://schemas.microsoft.com/office/powerpoint/2012/main">
        <p15:guide id="1" pos="60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EED84C6-50E6-6C43-8031-AFF6268E0C06}"/>
              </a:ext>
            </a:extLst>
          </p:cNvPr>
          <p:cNvSpPr>
            <a:spLocks noGrp="1"/>
          </p:cNvSpPr>
          <p:nvPr>
            <p:ph type="body" idx="1"/>
          </p:nvPr>
        </p:nvSpPr>
        <p:spPr>
          <a:xfrm>
            <a:off x="971550" y="1825625"/>
            <a:ext cx="1038225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itle Placeholder 11">
            <a:extLst>
              <a:ext uri="{FF2B5EF4-FFF2-40B4-BE49-F238E27FC236}">
                <a16:creationId xmlns:a16="http://schemas.microsoft.com/office/drawing/2014/main" id="{D41FC0AE-253D-D242-9C88-017078F8A23A}"/>
              </a:ext>
            </a:extLst>
          </p:cNvPr>
          <p:cNvSpPr>
            <a:spLocks noGrp="1"/>
          </p:cNvSpPr>
          <p:nvPr>
            <p:ph type="title"/>
          </p:nvPr>
        </p:nvSpPr>
        <p:spPr>
          <a:xfrm>
            <a:off x="952500" y="365125"/>
            <a:ext cx="104013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0" name="Date Placeholder 3">
            <a:extLst>
              <a:ext uri="{FF2B5EF4-FFF2-40B4-BE49-F238E27FC236}">
                <a16:creationId xmlns:a16="http://schemas.microsoft.com/office/drawing/2014/main" id="{EF47083A-6D76-4B4D-87CA-E08E212F781D}"/>
              </a:ext>
            </a:extLst>
          </p:cNvPr>
          <p:cNvSpPr>
            <a:spLocks noGrp="1"/>
          </p:cNvSpPr>
          <p:nvPr>
            <p:ph type="dt" sz="half" idx="2"/>
          </p:nvPr>
        </p:nvSpPr>
        <p:spPr>
          <a:xfrm>
            <a:off x="2992120" y="6332220"/>
            <a:ext cx="1313180" cy="247651"/>
          </a:xfrm>
          <a:prstGeom prst="rect">
            <a:avLst/>
          </a:prstGeom>
        </p:spPr>
        <p:txBody>
          <a:bodyPr vert="horz" lIns="0" tIns="0" rIns="0" bIns="0" rtlCol="0" anchor="t" anchorCtr="0"/>
          <a:lstStyle>
            <a:lvl1pPr algn="l">
              <a:defRPr sz="1100" b="0" i="0">
                <a:solidFill>
                  <a:schemeClr val="bg1"/>
                </a:solidFill>
                <a:latin typeface="+mn-lt"/>
              </a:defRPr>
            </a:lvl1pPr>
          </a:lstStyle>
          <a:p>
            <a:fld id="{6FCA8E82-58CD-E045-8B98-B7A85B79B752}" type="datetime4">
              <a:rPr lang="en-US" smtClean="0"/>
              <a:pPr/>
              <a:t>October 30, 2023</a:t>
            </a:fld>
            <a:endParaRPr lang="en-US" dirty="0">
              <a:latin typeface="+mn-lt"/>
            </a:endParaRPr>
          </a:p>
        </p:txBody>
      </p:sp>
      <p:sp>
        <p:nvSpPr>
          <p:cNvPr id="31" name="Footer Placeholder 4">
            <a:extLst>
              <a:ext uri="{FF2B5EF4-FFF2-40B4-BE49-F238E27FC236}">
                <a16:creationId xmlns:a16="http://schemas.microsoft.com/office/drawing/2014/main" id="{C9955F1C-C0B1-BA44-8905-6991FA0D1EF3}"/>
              </a:ext>
            </a:extLst>
          </p:cNvPr>
          <p:cNvSpPr>
            <a:spLocks noGrp="1"/>
          </p:cNvSpPr>
          <p:nvPr>
            <p:ph type="ftr" sz="quarter" idx="3"/>
          </p:nvPr>
        </p:nvSpPr>
        <p:spPr>
          <a:xfrm>
            <a:off x="1494790" y="6332220"/>
            <a:ext cx="1497330" cy="247651"/>
          </a:xfrm>
          <a:prstGeom prst="rect">
            <a:avLst/>
          </a:prstGeom>
        </p:spPr>
        <p:txBody>
          <a:bodyPr vert="horz" lIns="0" tIns="0" rIns="0" bIns="0" rtlCol="0" anchor="t" anchorCtr="0"/>
          <a:lstStyle>
            <a:lvl1pPr algn="l">
              <a:defRPr sz="1100" b="0" i="0">
                <a:solidFill>
                  <a:schemeClr val="bg1"/>
                </a:solidFill>
                <a:latin typeface="+mj-lt"/>
              </a:defRPr>
            </a:lvl1pPr>
          </a:lstStyle>
          <a:p>
            <a:r>
              <a:rPr lang="en-US" dirty="0"/>
              <a:t>Annual Review</a:t>
            </a:r>
            <a:endParaRPr lang="en-US" b="0" dirty="0"/>
          </a:p>
        </p:txBody>
      </p:sp>
      <p:sp>
        <p:nvSpPr>
          <p:cNvPr id="32" name="Slide Number Placeholder 5">
            <a:extLst>
              <a:ext uri="{FF2B5EF4-FFF2-40B4-BE49-F238E27FC236}">
                <a16:creationId xmlns:a16="http://schemas.microsoft.com/office/drawing/2014/main" id="{C8ADA0DF-3751-9A48-8A21-59F01C782D7C}"/>
              </a:ext>
            </a:extLst>
          </p:cNvPr>
          <p:cNvSpPr>
            <a:spLocks noGrp="1"/>
          </p:cNvSpPr>
          <p:nvPr>
            <p:ph type="sldNum" sz="quarter" idx="4"/>
          </p:nvPr>
        </p:nvSpPr>
        <p:spPr>
          <a:xfrm>
            <a:off x="971550" y="6332220"/>
            <a:ext cx="523240" cy="247651"/>
          </a:xfrm>
          <a:prstGeom prst="rect">
            <a:avLst/>
          </a:prstGeom>
        </p:spPr>
        <p:txBody>
          <a:bodyPr vert="horz" lIns="0" tIns="0" rIns="0" bIns="0" rtlCol="0" anchor="t" anchorCtr="0"/>
          <a:lstStyle>
            <a:lvl1pPr algn="l">
              <a:defRPr sz="1100" b="0" i="0">
                <a:solidFill>
                  <a:schemeClr val="bg1"/>
                </a:solidFill>
                <a:latin typeface="+mn-lt"/>
              </a:defRPr>
            </a:lvl1pPr>
          </a:lstStyle>
          <a:p>
            <a:fld id="{294A09A9-5501-47C1-A89A-A340965A2BE2}" type="slidenum">
              <a:rPr lang="en-US" smtClean="0"/>
              <a:pPr/>
              <a:t>‹#›</a:t>
            </a:fld>
            <a:endParaRPr lang="en-US" dirty="0">
              <a:latin typeface="+mn-lt"/>
            </a:endParaRPr>
          </a:p>
        </p:txBody>
      </p:sp>
    </p:spTree>
    <p:extLst>
      <p:ext uri="{BB962C8B-B14F-4D97-AF65-F5344CB8AC3E}">
        <p14:creationId xmlns:p14="http://schemas.microsoft.com/office/powerpoint/2010/main" val="3515892240"/>
      </p:ext>
    </p:extLst>
  </p:cSld>
  <p:clrMap bg1="dk1" tx1="lt1" bg2="dk2" tx2="lt2" accent1="accent1" accent2="accent2" accent3="accent3" accent4="accent4" accent5="accent5" accent6="accent6" hlink="hlink" folHlink="folHlink"/>
  <p:sldLayoutIdLst>
    <p:sldLayoutId id="2147483659" r:id="rId1"/>
    <p:sldLayoutId id="2147483693" r:id="rId2"/>
    <p:sldLayoutId id="2147483671" r:id="rId3"/>
    <p:sldLayoutId id="2147483672" r:id="rId4"/>
    <p:sldLayoutId id="2147483673" r:id="rId5"/>
    <p:sldLayoutId id="2147483684" r:id="rId6"/>
    <p:sldLayoutId id="2147483675" r:id="rId7"/>
    <p:sldLayoutId id="2147483676" r:id="rId8"/>
    <p:sldLayoutId id="2147483677" r:id="rId9"/>
    <p:sldLayoutId id="2147483685" r:id="rId10"/>
    <p:sldLayoutId id="2147483688" r:id="rId11"/>
    <p:sldLayoutId id="2147483692" r:id="rId12"/>
    <p:sldLayoutId id="2147483682" r:id="rId13"/>
  </p:sldLayoutIdLst>
  <p:hf hdr="0"/>
  <p:txStyles>
    <p:titleStyle>
      <a:lvl1pPr algn="l" defTabSz="914400" rtl="0" eaLnBrk="1" latinLnBrk="0" hangingPunct="1">
        <a:lnSpc>
          <a:spcPct val="90000"/>
        </a:lnSpc>
        <a:spcBef>
          <a:spcPct val="0"/>
        </a:spcBef>
        <a:buNone/>
        <a:defRPr sz="44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userDrawn="1">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E168C-8042-5B4E-A5A4-A5BF693AE2D6}"/>
              </a:ext>
            </a:extLst>
          </p:cNvPr>
          <p:cNvSpPr>
            <a:spLocks noGrp="1"/>
          </p:cNvSpPr>
          <p:nvPr>
            <p:ph type="ctrTitle"/>
          </p:nvPr>
        </p:nvSpPr>
        <p:spPr>
          <a:xfrm>
            <a:off x="5359445" y="148172"/>
            <a:ext cx="6461759" cy="1151688"/>
          </a:xfrm>
        </p:spPr>
        <p:txBody>
          <a:bodyPr anchor="t"/>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3600" b="1" dirty="0"/>
              <a:t>Basic Details of the Team and Problem Statement</a:t>
            </a:r>
          </a:p>
        </p:txBody>
      </p:sp>
      <p:sp>
        <p:nvSpPr>
          <p:cNvPr id="3" name="Text Placeholder 2">
            <a:extLst>
              <a:ext uri="{FF2B5EF4-FFF2-40B4-BE49-F238E27FC236}">
                <a16:creationId xmlns:a16="http://schemas.microsoft.com/office/drawing/2014/main" id="{F18E61D8-31A3-2D45-8E25-CBE846E26E1C}"/>
              </a:ext>
            </a:extLst>
          </p:cNvPr>
          <p:cNvSpPr>
            <a:spLocks noGrp="1"/>
          </p:cNvSpPr>
          <p:nvPr>
            <p:ph type="body" sz="quarter" idx="11"/>
          </p:nvPr>
        </p:nvSpPr>
        <p:spPr>
          <a:xfrm>
            <a:off x="5844540" y="1367162"/>
            <a:ext cx="5491570" cy="4464448"/>
          </a:xfrm>
        </p:spPr>
        <p:txBody>
          <a:bodyPr/>
          <a:lstStyle/>
          <a:p>
            <a:r>
              <a:rPr lang="en-US" dirty="0">
                <a:latin typeface="+mj-lt"/>
              </a:rPr>
              <a:t>Problem Statement Title: Real-Time Vehicle Tracking system. </a:t>
            </a:r>
          </a:p>
          <a:p>
            <a:endParaRPr lang="en-US" dirty="0">
              <a:latin typeface="+mj-lt"/>
            </a:endParaRPr>
          </a:p>
          <a:p>
            <a:r>
              <a:rPr lang="en-US" dirty="0">
                <a:latin typeface="+mj-lt"/>
              </a:rPr>
              <a:t>Theme Name: Smart Vehicles</a:t>
            </a:r>
          </a:p>
          <a:p>
            <a:br>
              <a:rPr lang="en-US" dirty="0">
                <a:latin typeface="+mj-lt"/>
              </a:rPr>
            </a:br>
            <a:r>
              <a:rPr lang="en-US" dirty="0">
                <a:latin typeface="+mj-lt"/>
              </a:rPr>
              <a:t>Team Name: Tech Titans</a:t>
            </a:r>
          </a:p>
          <a:p>
            <a:br>
              <a:rPr lang="en-US" dirty="0">
                <a:latin typeface="+mj-lt"/>
              </a:rPr>
            </a:br>
            <a:r>
              <a:rPr lang="en-US" dirty="0">
                <a:latin typeface="+mj-lt"/>
              </a:rPr>
              <a:t>Team Leader Name: Aadithya S Nair	</a:t>
            </a:r>
          </a:p>
          <a:p>
            <a:br>
              <a:rPr lang="en-US" dirty="0">
                <a:latin typeface="+mj-lt"/>
              </a:rPr>
            </a:br>
            <a:r>
              <a:rPr lang="en-US" dirty="0">
                <a:latin typeface="+mj-lt"/>
              </a:rPr>
              <a:t>School Code:830092</a:t>
            </a:r>
          </a:p>
          <a:p>
            <a:br>
              <a:rPr lang="en-US" dirty="0">
                <a:latin typeface="+mj-lt"/>
              </a:rPr>
            </a:br>
            <a:r>
              <a:rPr lang="en-US" dirty="0">
                <a:latin typeface="+mj-lt"/>
              </a:rPr>
              <a:t>School Name: Delhi Public School Bangalore North</a:t>
            </a:r>
          </a:p>
          <a:p>
            <a:endParaRPr lang="en-US" dirty="0">
              <a:latin typeface="+mj-lt"/>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rcRect/>
          <a:stretch/>
        </p:blipFill>
        <p:spPr>
          <a:xfrm>
            <a:off x="1213475" y="252207"/>
            <a:ext cx="3270603" cy="1567166"/>
          </a:xfrm>
          <a:prstGeom prst="rect">
            <a:avLst/>
          </a:prstGeom>
        </p:spPr>
      </p:pic>
    </p:spTree>
    <p:extLst>
      <p:ext uri="{BB962C8B-B14F-4D97-AF65-F5344CB8AC3E}">
        <p14:creationId xmlns:p14="http://schemas.microsoft.com/office/powerpoint/2010/main" val="29609507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353F689-2E51-BF4F-AE47-7CEB7CC4C52A}"/>
              </a:ext>
            </a:extLst>
          </p:cNvPr>
          <p:cNvSpPr>
            <a:spLocks noGrp="1"/>
          </p:cNvSpPr>
          <p:nvPr>
            <p:ph type="title"/>
          </p:nvPr>
        </p:nvSpPr>
        <p:spPr>
          <a:xfrm>
            <a:off x="945170" y="879063"/>
            <a:ext cx="4899450" cy="610863"/>
          </a:xfrm>
        </p:spPr>
        <p:txBody>
          <a:bodyPr>
            <a:normAutofit/>
          </a:bodyPr>
          <a:lstStyle/>
          <a:p>
            <a:r>
              <a:rPr lang="en-US" sz="3600" dirty="0"/>
              <a:t>Idea/Approach Details</a:t>
            </a:r>
          </a:p>
        </p:txBody>
      </p:sp>
      <p:sp>
        <p:nvSpPr>
          <p:cNvPr id="4" name="Text Placeholder 3">
            <a:extLst>
              <a:ext uri="{FF2B5EF4-FFF2-40B4-BE49-F238E27FC236}">
                <a16:creationId xmlns:a16="http://schemas.microsoft.com/office/drawing/2014/main" id="{A17F80A9-6337-524E-AC61-32C5AFEE8E6D}"/>
              </a:ext>
            </a:extLst>
          </p:cNvPr>
          <p:cNvSpPr>
            <a:spLocks noGrp="1"/>
          </p:cNvSpPr>
          <p:nvPr>
            <p:ph type="body" sz="quarter" idx="11"/>
          </p:nvPr>
        </p:nvSpPr>
        <p:spPr>
          <a:xfrm>
            <a:off x="971550" y="2289363"/>
            <a:ext cx="4873070" cy="3206464"/>
          </a:xfrm>
          <a:ln cmpd="sng">
            <a:solidFill>
              <a:schemeClr val="bg1"/>
            </a:solidFill>
            <a:prstDash val="solid"/>
          </a:ln>
        </p:spPr>
        <p:txBody>
          <a:bodyPr/>
          <a:lstStyle/>
          <a:p>
            <a:r>
              <a:rPr lang="en-US" sz="1800" dirty="0">
                <a:solidFill>
                  <a:schemeClr val="tx2"/>
                </a:solidFill>
                <a:latin typeface="+mj-lt"/>
              </a:rPr>
              <a:t>Idea:</a:t>
            </a:r>
          </a:p>
          <a:p>
            <a:pPr marL="285750" indent="-285750">
              <a:buFont typeface="Wingdings" panose="05000000000000000000" pitchFamily="2" charset="2"/>
              <a:buChar char="Ø"/>
            </a:pPr>
            <a:r>
              <a:rPr lang="en-US" dirty="0"/>
              <a:t>A Real-Time Vehicle Tracking System that represents a groundbreaking advancement in public transportation. By harnessing the power of GPS and sophisticated data services, this system offers users immediate access to crucial information regarding bus availability and anticipated arrival times. With a primary focus on environmental sustainability, This technology-driven solution seeks to elevate the efficiency and convenience of public transportation, promising a more seamless and eco-conscious commuting experience.</a:t>
            </a:r>
          </a:p>
        </p:txBody>
      </p:sp>
      <p:sp>
        <p:nvSpPr>
          <p:cNvPr id="7" name="Slide Number Placeholder 6">
            <a:extLst>
              <a:ext uri="{FF2B5EF4-FFF2-40B4-BE49-F238E27FC236}">
                <a16:creationId xmlns:a16="http://schemas.microsoft.com/office/drawing/2014/main" id="{F37669F0-EA6D-6B46-AF0E-A9C2D1F223DB}"/>
              </a:ext>
            </a:extLst>
          </p:cNvPr>
          <p:cNvSpPr>
            <a:spLocks noGrp="1"/>
          </p:cNvSpPr>
          <p:nvPr>
            <p:ph type="sldNum" sz="quarter" idx="16"/>
          </p:nvPr>
        </p:nvSpPr>
        <p:spPr>
          <a:xfrm>
            <a:off x="971550" y="6332220"/>
            <a:ext cx="523240" cy="247651"/>
          </a:xfrm>
        </p:spPr>
        <p:txBody>
          <a:bodyPr/>
          <a:lstStyle/>
          <a:p>
            <a:fld id="{294A09A9-5501-47C1-A89A-A340965A2BE2}" type="slidenum">
              <a:rPr lang="en-US" smtClean="0"/>
              <a:pPr/>
              <a:t>2</a:t>
            </a:fld>
            <a:endParaRPr lang="en-US" dirty="0"/>
          </a:p>
        </p:txBody>
      </p:sp>
      <p:sp>
        <p:nvSpPr>
          <p:cNvPr id="11" name="Text Placeholder 3">
            <a:extLst>
              <a:ext uri="{FF2B5EF4-FFF2-40B4-BE49-F238E27FC236}">
                <a16:creationId xmlns:a16="http://schemas.microsoft.com/office/drawing/2014/main" id="{A8A6B8FA-BC37-43EF-B8D3-018AD86AF26E}"/>
              </a:ext>
            </a:extLst>
          </p:cNvPr>
          <p:cNvSpPr txBox="1">
            <a:spLocks/>
          </p:cNvSpPr>
          <p:nvPr/>
        </p:nvSpPr>
        <p:spPr>
          <a:xfrm>
            <a:off x="5957740" y="3839157"/>
            <a:ext cx="6109972" cy="2877441"/>
          </a:xfrm>
          <a:prstGeom prst="rect">
            <a:avLst/>
          </a:prstGeom>
          <a:ln>
            <a:solidFill>
              <a:schemeClr val="bg1"/>
            </a:solidFill>
          </a:ln>
        </p:spPr>
        <p:txBody>
          <a:bodyPr vert="horz" lIns="0" tIns="0" rIns="0" bIns="0" rtlCol="0">
            <a:noAutofit/>
          </a:bodyPr>
          <a:lstStyle>
            <a:lvl1pPr marL="0" indent="0" algn="l" defTabSz="914400" rtl="0" eaLnBrk="1" latinLnBrk="0" hangingPunct="1">
              <a:lnSpc>
                <a:spcPct val="100000"/>
              </a:lnSpc>
              <a:spcBef>
                <a:spcPts val="1000"/>
              </a:spcBef>
              <a:buFont typeface="Arial" panose="020B0604020202020204" pitchFamily="34" charset="0"/>
              <a:buNone/>
              <a:defRPr sz="1600" b="0" i="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800" dirty="0">
                <a:solidFill>
                  <a:schemeClr val="tx2"/>
                </a:solidFill>
                <a:latin typeface="+mj-lt"/>
              </a:rPr>
              <a:t>Describe your Technology stack here</a:t>
            </a:r>
            <a:r>
              <a:rPr lang="en-US" dirty="0"/>
              <a:t>:</a:t>
            </a:r>
          </a:p>
          <a:p>
            <a:endParaRPr lang="en-US" sz="100" dirty="0"/>
          </a:p>
          <a:p>
            <a:pPr marL="285750" indent="-285750">
              <a:spcBef>
                <a:spcPts val="0"/>
              </a:spcBef>
              <a:buFont typeface="Wingdings" panose="05000000000000000000" pitchFamily="2" charset="2"/>
              <a:buChar char="Ø"/>
            </a:pPr>
            <a:r>
              <a:rPr lang="en-US" dirty="0"/>
              <a:t>Frontend:(User Interface): HTML5, CSS3, JavaScript (ES6+)</a:t>
            </a:r>
          </a:p>
          <a:p>
            <a:pPr marL="285750" indent="-285750">
              <a:spcBef>
                <a:spcPts val="0"/>
              </a:spcBef>
              <a:buFont typeface="Wingdings" panose="05000000000000000000" pitchFamily="2" charset="2"/>
              <a:buChar char="Ø"/>
            </a:pPr>
            <a:r>
              <a:rPr lang="en-US" dirty="0"/>
              <a:t>Backend:</a:t>
            </a:r>
          </a:p>
          <a:p>
            <a:pPr marL="971550" lvl="1" indent="-285750">
              <a:spcBef>
                <a:spcPts val="0"/>
              </a:spcBef>
            </a:pPr>
            <a:r>
              <a:rPr lang="en-US" sz="1400" dirty="0"/>
              <a:t>Server-Side Language: Python</a:t>
            </a:r>
          </a:p>
          <a:p>
            <a:pPr marL="971550" lvl="1" indent="-285750">
              <a:spcBef>
                <a:spcPts val="0"/>
              </a:spcBef>
            </a:pPr>
            <a:r>
              <a:rPr lang="en-US" sz="1400" dirty="0"/>
              <a:t>Web Framework: Flask</a:t>
            </a:r>
          </a:p>
          <a:p>
            <a:pPr marL="285750" indent="-285750">
              <a:spcBef>
                <a:spcPts val="0"/>
              </a:spcBef>
              <a:buFont typeface="Wingdings" panose="05000000000000000000" pitchFamily="2" charset="2"/>
              <a:buChar char="Ø"/>
            </a:pPr>
            <a:r>
              <a:rPr lang="en-US" dirty="0"/>
              <a:t>Database: </a:t>
            </a:r>
          </a:p>
          <a:p>
            <a:pPr marL="971550" lvl="1" indent="-285750">
              <a:spcBef>
                <a:spcPts val="0"/>
              </a:spcBef>
            </a:pPr>
            <a:r>
              <a:rPr lang="en-US" sz="1400" dirty="0"/>
              <a:t>Relational Database: MySQL</a:t>
            </a:r>
          </a:p>
          <a:p>
            <a:pPr marL="285750" indent="-285750">
              <a:spcBef>
                <a:spcPts val="0"/>
              </a:spcBef>
              <a:buFont typeface="Wingdings" panose="05000000000000000000" pitchFamily="2" charset="2"/>
              <a:buChar char="Ø"/>
            </a:pPr>
            <a:r>
              <a:rPr lang="en-US" dirty="0"/>
              <a:t>Mapping and Location Services: </a:t>
            </a:r>
          </a:p>
          <a:p>
            <a:pPr marL="971550" lvl="1" indent="-285750">
              <a:spcBef>
                <a:spcPts val="0"/>
              </a:spcBef>
            </a:pPr>
            <a:r>
              <a:rPr lang="en-US" sz="1400" dirty="0"/>
              <a:t>Mapping API: Google Maps API</a:t>
            </a:r>
          </a:p>
          <a:p>
            <a:pPr marL="285750" indent="-285750">
              <a:spcBef>
                <a:spcPts val="0"/>
              </a:spcBef>
              <a:buFont typeface="Wingdings" panose="05000000000000000000" pitchFamily="2" charset="2"/>
              <a:buChar char="Ø"/>
            </a:pPr>
            <a:r>
              <a:rPr lang="en-US" dirty="0"/>
              <a:t>API Integration: </a:t>
            </a:r>
          </a:p>
          <a:p>
            <a:pPr marL="971550" lvl="1" indent="-285750">
              <a:spcBef>
                <a:spcPts val="0"/>
              </a:spcBef>
            </a:pPr>
            <a:r>
              <a:rPr lang="en-US" sz="1400" dirty="0"/>
              <a:t>Third-party APIs: Google Maps Directions API, Google Maps Geocoding API, Traffic APIs.</a:t>
            </a:r>
            <a:endParaRPr lang="en-US" sz="100" dirty="0"/>
          </a:p>
          <a:p>
            <a:pPr marL="285750" indent="-285750">
              <a:spcBef>
                <a:spcPts val="0"/>
              </a:spcBef>
              <a:buFont typeface="Wingdings" panose="05000000000000000000" pitchFamily="2" charset="2"/>
              <a:buChar char="Ø"/>
            </a:pPr>
            <a:endParaRPr lang="en-US" sz="100" dirty="0"/>
          </a:p>
        </p:txBody>
      </p:sp>
      <p:grpSp>
        <p:nvGrpSpPr>
          <p:cNvPr id="2" name="Group 1">
            <a:extLst>
              <a:ext uri="{FF2B5EF4-FFF2-40B4-BE49-F238E27FC236}">
                <a16:creationId xmlns:a16="http://schemas.microsoft.com/office/drawing/2014/main" id="{3DF68F35-3EF0-03F9-61A3-CEB6945A8E5B}"/>
              </a:ext>
            </a:extLst>
          </p:cNvPr>
          <p:cNvGrpSpPr/>
          <p:nvPr/>
        </p:nvGrpSpPr>
        <p:grpSpPr>
          <a:xfrm>
            <a:off x="5957740" y="141402"/>
            <a:ext cx="6109972" cy="3459637"/>
            <a:chOff x="6498454" y="141402"/>
            <a:chExt cx="5569258" cy="3106396"/>
          </a:xfrm>
        </p:grpSpPr>
        <p:sp>
          <p:nvSpPr>
            <p:cNvPr id="9" name="TextBox 8">
              <a:extLst>
                <a:ext uri="{FF2B5EF4-FFF2-40B4-BE49-F238E27FC236}">
                  <a16:creationId xmlns:a16="http://schemas.microsoft.com/office/drawing/2014/main" id="{B3B0DCB8-DB0C-409B-8817-8F0B027A21B3}"/>
                </a:ext>
              </a:extLst>
            </p:cNvPr>
            <p:cNvSpPr txBox="1"/>
            <p:nvPr/>
          </p:nvSpPr>
          <p:spPr>
            <a:xfrm>
              <a:off x="6498454" y="2878466"/>
              <a:ext cx="5569258" cy="369332"/>
            </a:xfrm>
            <a:prstGeom prst="rect">
              <a:avLst/>
            </a:prstGeom>
            <a:noFill/>
          </p:spPr>
          <p:txBody>
            <a:bodyPr wrap="square" rtlCol="0">
              <a:spAutoFit/>
            </a:bodyPr>
            <a:lstStyle/>
            <a:p>
              <a:pPr algn="ctr"/>
              <a:r>
                <a:rPr lang="en-US" dirty="0">
                  <a:solidFill>
                    <a:schemeClr val="tx2"/>
                  </a:solidFill>
                  <a:latin typeface="+mj-lt"/>
                </a:rPr>
                <a:t>Process Flow Chart</a:t>
              </a:r>
            </a:p>
          </p:txBody>
        </p:sp>
        <p:sp>
          <p:nvSpPr>
            <p:cNvPr id="10" name="Text Placeholder 3">
              <a:extLst>
                <a:ext uri="{FF2B5EF4-FFF2-40B4-BE49-F238E27FC236}">
                  <a16:creationId xmlns:a16="http://schemas.microsoft.com/office/drawing/2014/main" id="{A8A6B8FA-BC37-43EF-B8D3-018AD86AF26E}"/>
                </a:ext>
              </a:extLst>
            </p:cNvPr>
            <p:cNvSpPr txBox="1">
              <a:spLocks/>
            </p:cNvSpPr>
            <p:nvPr/>
          </p:nvSpPr>
          <p:spPr>
            <a:xfrm>
              <a:off x="6498454" y="141402"/>
              <a:ext cx="5569258" cy="3077852"/>
            </a:xfrm>
            <a:prstGeom prst="rect">
              <a:avLst/>
            </a:prstGeom>
            <a:ln>
              <a:solidFill>
                <a:schemeClr val="bg1"/>
              </a:solidFill>
            </a:ln>
          </p:spPr>
          <p:txBody>
            <a:bodyPr vert="horz" lIns="0" tIns="0" rIns="0" bIns="0" rtlCol="0">
              <a:noAutofit/>
            </a:bodyPr>
            <a:lstStyle>
              <a:lvl1pPr marL="0" indent="0" algn="l" defTabSz="914400" rtl="0" eaLnBrk="1" latinLnBrk="0" hangingPunct="1">
                <a:lnSpc>
                  <a:spcPct val="100000"/>
                </a:lnSpc>
                <a:spcBef>
                  <a:spcPts val="1000"/>
                </a:spcBef>
                <a:buFont typeface="Arial" panose="020B0604020202020204" pitchFamily="34" charset="0"/>
                <a:buNone/>
                <a:defRPr sz="1600" b="0" i="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40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  </a:t>
              </a:r>
            </a:p>
            <a:p>
              <a:endParaRPr lang="en-US" dirty="0"/>
            </a:p>
          </p:txBody>
        </p:sp>
      </p:grpSp>
      <p:pic>
        <p:nvPicPr>
          <p:cNvPr id="14" name="Picture 13">
            <a:extLst>
              <a:ext uri="{FF2B5EF4-FFF2-40B4-BE49-F238E27FC236}">
                <a16:creationId xmlns:a16="http://schemas.microsoft.com/office/drawing/2014/main" id="{71464CAC-64FB-C493-E2FE-F1CCF8E617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99420" y="197366"/>
            <a:ext cx="6119959" cy="2790931"/>
          </a:xfrm>
          <a:prstGeom prst="rect">
            <a:avLst/>
          </a:prstGeom>
        </p:spPr>
      </p:pic>
    </p:spTree>
    <p:extLst>
      <p:ext uri="{BB962C8B-B14F-4D97-AF65-F5344CB8AC3E}">
        <p14:creationId xmlns:p14="http://schemas.microsoft.com/office/powerpoint/2010/main" val="3912460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122DF8-59D4-D94D-8ED9-F2F319899DBF}"/>
              </a:ext>
            </a:extLst>
          </p:cNvPr>
          <p:cNvSpPr>
            <a:spLocks noGrp="1"/>
          </p:cNvSpPr>
          <p:nvPr>
            <p:ph type="title"/>
          </p:nvPr>
        </p:nvSpPr>
        <p:spPr>
          <a:xfrm>
            <a:off x="952499" y="1039784"/>
            <a:ext cx="5780809" cy="610863"/>
          </a:xfrm>
        </p:spPr>
        <p:txBody>
          <a:bodyPr>
            <a:normAutofit fontScale="90000"/>
          </a:bodyPr>
          <a:lstStyle/>
          <a:p>
            <a:r>
              <a:rPr lang="en-US" dirty="0"/>
              <a:t>Idea/Approach Details</a:t>
            </a:r>
          </a:p>
        </p:txBody>
      </p:sp>
      <p:sp>
        <p:nvSpPr>
          <p:cNvPr id="45" name="Text Placeholder 44">
            <a:extLst>
              <a:ext uri="{FF2B5EF4-FFF2-40B4-BE49-F238E27FC236}">
                <a16:creationId xmlns:a16="http://schemas.microsoft.com/office/drawing/2014/main" id="{803A1E73-C790-447A-974F-B3ADB50149F7}"/>
              </a:ext>
            </a:extLst>
          </p:cNvPr>
          <p:cNvSpPr>
            <a:spLocks noGrp="1"/>
          </p:cNvSpPr>
          <p:nvPr>
            <p:ph type="body" sz="quarter" idx="12"/>
          </p:nvPr>
        </p:nvSpPr>
        <p:spPr>
          <a:xfrm>
            <a:off x="377412" y="1992158"/>
            <a:ext cx="3223574" cy="315915"/>
          </a:xfrm>
        </p:spPr>
        <p:txBody>
          <a:bodyPr/>
          <a:lstStyle/>
          <a:p>
            <a:r>
              <a:rPr lang="en-US" sz="1800" dirty="0"/>
              <a:t>Describe your Use Cases here</a:t>
            </a:r>
            <a:endParaRPr lang="en-US" dirty="0"/>
          </a:p>
        </p:txBody>
      </p:sp>
      <p:sp>
        <p:nvSpPr>
          <p:cNvPr id="44" name="Text Placeholder 43">
            <a:extLst>
              <a:ext uri="{FF2B5EF4-FFF2-40B4-BE49-F238E27FC236}">
                <a16:creationId xmlns:a16="http://schemas.microsoft.com/office/drawing/2014/main" id="{906E4DF9-127F-4650-8BAA-2521A37885B0}"/>
              </a:ext>
            </a:extLst>
          </p:cNvPr>
          <p:cNvSpPr>
            <a:spLocks noGrp="1"/>
          </p:cNvSpPr>
          <p:nvPr>
            <p:ph type="body" sz="quarter" idx="10"/>
          </p:nvPr>
        </p:nvSpPr>
        <p:spPr>
          <a:xfrm>
            <a:off x="226244" y="2275718"/>
            <a:ext cx="3563331" cy="4495241"/>
          </a:xfrm>
          <a:ln>
            <a:solidFill>
              <a:schemeClr val="bg1"/>
            </a:solidFill>
          </a:ln>
        </p:spPr>
        <p:txBody>
          <a:bodyPr/>
          <a:lstStyle/>
          <a:p>
            <a:pPr marL="285750" indent="-285750">
              <a:buFont typeface="Wingdings" panose="05000000000000000000" pitchFamily="2" charset="2"/>
              <a:buChar char="Ø"/>
            </a:pPr>
            <a:r>
              <a:rPr lang="en-US" sz="2400" dirty="0"/>
              <a:t>.</a:t>
            </a:r>
            <a:r>
              <a:rPr lang="en-US" dirty="0"/>
              <a:t> Real-Time Bus Location Tracking: </a:t>
            </a:r>
          </a:p>
          <a:p>
            <a:pPr lvl="1" indent="0">
              <a:buNone/>
            </a:pPr>
            <a:r>
              <a:rPr lang="en-US" sz="1600" dirty="0"/>
              <a:t>Users can view buses' live locations on a map for accurate boarding planning..</a:t>
            </a:r>
          </a:p>
          <a:p>
            <a:pPr marL="285750" indent="-285750">
              <a:buFont typeface="Wingdings" panose="05000000000000000000" pitchFamily="2" charset="2"/>
              <a:buChar char="Ø"/>
            </a:pPr>
            <a:r>
              <a:rPr lang="en-US" dirty="0"/>
              <a:t>Estimated Time of Arrival (ETA):</a:t>
            </a:r>
          </a:p>
          <a:p>
            <a:pPr lvl="1" indent="0">
              <a:buNone/>
            </a:pPr>
            <a:r>
              <a:rPr lang="en-US" sz="1600" dirty="0"/>
              <a:t>Receive real-time bus arrival predictions based on live traffic data.</a:t>
            </a:r>
          </a:p>
          <a:p>
            <a:pPr marL="285750" indent="-285750">
              <a:buFont typeface="Wingdings" panose="05000000000000000000" pitchFamily="2" charset="2"/>
              <a:buChar char="Ø"/>
            </a:pPr>
            <a:r>
              <a:rPr lang="en-US" dirty="0"/>
              <a:t>Emission Compliance Information:</a:t>
            </a:r>
          </a:p>
          <a:p>
            <a:pPr lvl="1" indent="0">
              <a:buNone/>
            </a:pPr>
            <a:r>
              <a:rPr lang="en-US" sz="1600" dirty="0"/>
              <a:t>Access bus environmental ratings (e.g., Bharat Stage) for eco-conscious choices.</a:t>
            </a:r>
          </a:p>
          <a:p>
            <a:pPr marL="285750" indent="-285750">
              <a:buFont typeface="Wingdings" panose="05000000000000000000" pitchFamily="2" charset="2"/>
              <a:buChar char="Ø"/>
            </a:pPr>
            <a:r>
              <a:rPr lang="en-US" dirty="0"/>
              <a:t>Clean Fuel Usage Indication:</a:t>
            </a:r>
          </a:p>
          <a:p>
            <a:pPr lvl="1" indent="0">
              <a:buNone/>
            </a:pPr>
            <a:r>
              <a:rPr lang="en-US" sz="1600" dirty="0"/>
              <a:t>Identify buses using eco-friendly fuels like CNG or electricity for sustainable travel options.</a:t>
            </a:r>
          </a:p>
        </p:txBody>
      </p:sp>
      <p:sp>
        <p:nvSpPr>
          <p:cNvPr id="5" name="Slide Number Placeholder 4">
            <a:extLst>
              <a:ext uri="{FF2B5EF4-FFF2-40B4-BE49-F238E27FC236}">
                <a16:creationId xmlns:a16="http://schemas.microsoft.com/office/drawing/2014/main" id="{AB744071-0CE2-7746-9315-22EC28A0F462}"/>
              </a:ext>
            </a:extLst>
          </p:cNvPr>
          <p:cNvSpPr>
            <a:spLocks noGrp="1"/>
          </p:cNvSpPr>
          <p:nvPr>
            <p:ph type="sldNum" sz="quarter" idx="23"/>
          </p:nvPr>
        </p:nvSpPr>
        <p:spPr>
          <a:xfrm>
            <a:off x="115792" y="6523309"/>
            <a:ext cx="523240" cy="247651"/>
          </a:xfrm>
        </p:spPr>
        <p:txBody>
          <a:bodyPr/>
          <a:lstStyle/>
          <a:p>
            <a:fld id="{294A09A9-5501-47C1-A89A-A340965A2BE2}" type="slidenum">
              <a:rPr lang="en-US" smtClean="0"/>
              <a:pPr/>
              <a:t>3</a:t>
            </a:fld>
            <a:endParaRPr lang="en-US" dirty="0"/>
          </a:p>
        </p:txBody>
      </p:sp>
      <p:sp>
        <p:nvSpPr>
          <p:cNvPr id="6" name="Text Placeholder 44">
            <a:extLst>
              <a:ext uri="{FF2B5EF4-FFF2-40B4-BE49-F238E27FC236}">
                <a16:creationId xmlns:a16="http://schemas.microsoft.com/office/drawing/2014/main" id="{3638E76A-FC74-4D31-8D6C-F6F96AADA6BB}"/>
              </a:ext>
            </a:extLst>
          </p:cNvPr>
          <p:cNvSpPr txBox="1">
            <a:spLocks/>
          </p:cNvSpPr>
          <p:nvPr/>
        </p:nvSpPr>
        <p:spPr>
          <a:xfrm>
            <a:off x="6096000" y="1899501"/>
            <a:ext cx="5143500" cy="315915"/>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None/>
              <a:defRPr sz="1800" b="0" i="0" kern="1200" spc="0" baseline="0">
                <a:solidFill>
                  <a:schemeClr val="tx2"/>
                </a:solidFill>
                <a:latin typeface="+mj-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None/>
              <a:defRPr sz="24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None/>
              <a:defRPr sz="2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None/>
              <a:defRPr sz="18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None/>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Describe your Dependencies / Show stopper here</a:t>
            </a:r>
          </a:p>
        </p:txBody>
      </p:sp>
      <p:sp>
        <p:nvSpPr>
          <p:cNvPr id="7" name="Text Placeholder 43">
            <a:extLst>
              <a:ext uri="{FF2B5EF4-FFF2-40B4-BE49-F238E27FC236}">
                <a16:creationId xmlns:a16="http://schemas.microsoft.com/office/drawing/2014/main" id="{034544BD-2AAF-4141-978F-BEEA232E3F95}"/>
              </a:ext>
            </a:extLst>
          </p:cNvPr>
          <p:cNvSpPr txBox="1">
            <a:spLocks/>
          </p:cNvSpPr>
          <p:nvPr/>
        </p:nvSpPr>
        <p:spPr>
          <a:xfrm>
            <a:off x="3789576" y="2253124"/>
            <a:ext cx="8286632" cy="4495241"/>
          </a:xfrm>
          <a:prstGeom prst="rect">
            <a:avLst/>
          </a:prstGeom>
          <a:ln>
            <a:solidFill>
              <a:schemeClr val="bg1"/>
            </a:solidFill>
          </a:ln>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600" b="0" i="0" kern="1200">
                <a:solidFill>
                  <a:schemeClr val="bg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spcBef>
                <a:spcPts val="0"/>
              </a:spcBef>
            </a:pPr>
            <a:r>
              <a:rPr lang="en-US" b="1" dirty="0"/>
              <a:t>Dependencies</a:t>
            </a:r>
          </a:p>
          <a:p>
            <a:pPr marL="285750" indent="-285750">
              <a:spcBef>
                <a:spcPts val="0"/>
              </a:spcBef>
              <a:buFont typeface="Wingdings" panose="05000000000000000000" pitchFamily="2" charset="2"/>
              <a:buChar char="Ø"/>
            </a:pPr>
            <a:r>
              <a:rPr lang="en-US" sz="1500" dirty="0"/>
              <a:t>GPS Hardware and Technology: Reliable GPS hardware and technology are essential for accurate real-time tracking of buses.</a:t>
            </a:r>
          </a:p>
          <a:p>
            <a:pPr marL="285750" indent="-285750">
              <a:spcBef>
                <a:spcPts val="0"/>
              </a:spcBef>
              <a:buFont typeface="Wingdings" panose="05000000000000000000" pitchFamily="2" charset="2"/>
              <a:buChar char="Ø"/>
            </a:pPr>
            <a:r>
              <a:rPr lang="en-US" sz="1500" dirty="0"/>
              <a:t>Internet Connectivity: Continuous internet connectivity is crucial for accessing real-time data, maps, and providing updates to users.</a:t>
            </a:r>
          </a:p>
          <a:p>
            <a:pPr marL="285750" indent="-285750">
              <a:spcBef>
                <a:spcPts val="0"/>
              </a:spcBef>
              <a:buFont typeface="Wingdings" panose="05000000000000000000" pitchFamily="2" charset="2"/>
              <a:buChar char="Ø"/>
            </a:pPr>
            <a:r>
              <a:rPr lang="en-US" sz="1500" dirty="0"/>
              <a:t>Mapping and Location Services: Dependence on mapping services like Google Maps API or similar for accurate geolocation data.</a:t>
            </a:r>
          </a:p>
          <a:p>
            <a:pPr marL="285750" indent="-285750">
              <a:spcBef>
                <a:spcPts val="0"/>
              </a:spcBef>
              <a:buFont typeface="Wingdings" panose="05000000000000000000" pitchFamily="2" charset="2"/>
              <a:buChar char="Ø"/>
            </a:pPr>
            <a:r>
              <a:rPr lang="en-US" sz="1500" dirty="0"/>
              <a:t>Traffic Data Providers: Relying on third-party traffic data providers for up-to-date traffic conditions. </a:t>
            </a:r>
          </a:p>
          <a:p>
            <a:pPr marL="285750" indent="-285750">
              <a:spcBef>
                <a:spcPts val="0"/>
              </a:spcBef>
              <a:buFont typeface="Wingdings" panose="05000000000000000000" pitchFamily="2" charset="2"/>
              <a:buChar char="Ø"/>
            </a:pPr>
            <a:r>
              <a:rPr lang="en-US" sz="1500" dirty="0"/>
              <a:t>API Integrations: Integration with external APIs for services like traffic updates, emissions data, etc.</a:t>
            </a:r>
          </a:p>
          <a:p>
            <a:pPr>
              <a:spcBef>
                <a:spcPts val="0"/>
              </a:spcBef>
            </a:pPr>
            <a:r>
              <a:rPr lang="en-US" b="1" dirty="0"/>
              <a:t>Show Stopper</a:t>
            </a:r>
          </a:p>
          <a:p>
            <a:pPr marL="285750" indent="-285750">
              <a:spcBef>
                <a:spcPts val="0"/>
              </a:spcBef>
              <a:buFont typeface="Arial" panose="020B0604020202020204" pitchFamily="34" charset="0"/>
              <a:buChar char="•"/>
            </a:pPr>
            <a:r>
              <a:rPr lang="en-US" sz="1500" dirty="0"/>
              <a:t>Lack of Reliable GPS Data: Inaccurate or unreliable GPS data can severely impact the accuracy of bus tracking.</a:t>
            </a:r>
          </a:p>
          <a:p>
            <a:pPr marL="285750" indent="-285750">
              <a:spcBef>
                <a:spcPts val="0"/>
              </a:spcBef>
              <a:buFont typeface="Arial" panose="020B0604020202020204" pitchFamily="34" charset="0"/>
              <a:buChar char="•"/>
            </a:pPr>
            <a:r>
              <a:rPr lang="en-US" sz="1500" dirty="0"/>
              <a:t>Unavailability of Live Traffic Data: Without access to live traffic updates, ETA predictions may be less accurate.</a:t>
            </a:r>
          </a:p>
          <a:p>
            <a:pPr marL="285750" indent="-285750">
              <a:spcBef>
                <a:spcPts val="0"/>
              </a:spcBef>
              <a:buFont typeface="Arial" panose="020B0604020202020204" pitchFamily="34" charset="0"/>
              <a:buChar char="•"/>
            </a:pPr>
            <a:r>
              <a:rPr lang="en-US" sz="1500" dirty="0"/>
              <a:t>Poor Internet Connectivity: Users in areas with weak or no internet connectivity may face challenges in accessing real-time information.</a:t>
            </a:r>
          </a:p>
          <a:p>
            <a:pPr marL="285750" indent="-285750">
              <a:spcBef>
                <a:spcPts val="0"/>
              </a:spcBef>
              <a:buFont typeface="Arial" panose="020B0604020202020204" pitchFamily="34" charset="0"/>
              <a:buChar char="•"/>
            </a:pPr>
            <a:r>
              <a:rPr lang="en-US" sz="1500" dirty="0"/>
              <a:t>Dependency on Third-Party Services: Reliance on external services (e.g., mapping APIs) means potential disruptions if those services experience downtime.</a:t>
            </a:r>
          </a:p>
          <a:p>
            <a:pPr marL="285750" indent="-285750">
              <a:spcBef>
                <a:spcPts val="0"/>
              </a:spcBef>
              <a:buFont typeface="Arial" panose="020B0604020202020204" pitchFamily="34" charset="0"/>
              <a:buChar char="•"/>
            </a:pPr>
            <a:r>
              <a:rPr lang="en-US" sz="1500" dirty="0"/>
              <a:t>Hardware Failures: Failure of GPS devices on buses or other hardware components could disrupt real-time tracking.</a:t>
            </a:r>
          </a:p>
        </p:txBody>
      </p:sp>
    </p:spTree>
    <p:extLst>
      <p:ext uri="{BB962C8B-B14F-4D97-AF65-F5344CB8AC3E}">
        <p14:creationId xmlns:p14="http://schemas.microsoft.com/office/powerpoint/2010/main" val="32914665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286EB5-72D6-425D-9C42-C5AF56F6FCB2}"/>
              </a:ext>
            </a:extLst>
          </p:cNvPr>
          <p:cNvSpPr>
            <a:spLocks noGrp="1"/>
          </p:cNvSpPr>
          <p:nvPr>
            <p:ph type="title"/>
          </p:nvPr>
        </p:nvSpPr>
        <p:spPr>
          <a:xfrm>
            <a:off x="964023" y="879063"/>
            <a:ext cx="6617507" cy="610863"/>
          </a:xfrm>
        </p:spPr>
        <p:txBody>
          <a:bodyPr>
            <a:normAutofit/>
          </a:bodyPr>
          <a:lstStyle/>
          <a:p>
            <a:r>
              <a:rPr lang="en-US" dirty="0"/>
              <a:t>Team Member Details </a:t>
            </a:r>
          </a:p>
        </p:txBody>
      </p:sp>
      <p:sp>
        <p:nvSpPr>
          <p:cNvPr id="3" name="Text Placeholder 2">
            <a:extLst>
              <a:ext uri="{FF2B5EF4-FFF2-40B4-BE49-F238E27FC236}">
                <a16:creationId xmlns:a16="http://schemas.microsoft.com/office/drawing/2014/main" id="{4EDC6A07-D48E-4562-9C15-A12A20E2EC2D}"/>
              </a:ext>
            </a:extLst>
          </p:cNvPr>
          <p:cNvSpPr>
            <a:spLocks noGrp="1"/>
          </p:cNvSpPr>
          <p:nvPr>
            <p:ph type="body" sz="quarter" idx="10"/>
          </p:nvPr>
        </p:nvSpPr>
        <p:spPr>
          <a:xfrm>
            <a:off x="964023" y="2062099"/>
            <a:ext cx="11145119" cy="4720441"/>
          </a:xfrm>
        </p:spPr>
        <p:txBody>
          <a:bodyPr/>
          <a:lstStyle/>
          <a:p>
            <a:r>
              <a:rPr lang="en-US" b="1" dirty="0">
                <a:solidFill>
                  <a:schemeClr val="tx2">
                    <a:lumMod val="75000"/>
                  </a:schemeClr>
                </a:solidFill>
              </a:rPr>
              <a:t>Team Leader Name: Aadithya S Nair</a:t>
            </a:r>
          </a:p>
          <a:p>
            <a:r>
              <a:rPr lang="en-US" dirty="0"/>
              <a:t>Class: 12</a:t>
            </a:r>
            <a:r>
              <a:rPr lang="en-US" baseline="30000" dirty="0"/>
              <a:t>th </a:t>
            </a:r>
            <a:r>
              <a:rPr lang="en-US" dirty="0"/>
              <a:t>		Stream: Science		Age :17		Gender (M/F):  M</a:t>
            </a:r>
          </a:p>
          <a:p>
            <a:r>
              <a:rPr lang="en-US" b="1" dirty="0">
                <a:solidFill>
                  <a:schemeClr val="tx2">
                    <a:lumMod val="75000"/>
                  </a:schemeClr>
                </a:solidFill>
              </a:rPr>
              <a:t>Team Member 1 Name: Harry R</a:t>
            </a:r>
          </a:p>
          <a:p>
            <a:r>
              <a:rPr lang="en-US" dirty="0"/>
              <a:t>Class: 12</a:t>
            </a:r>
            <a:r>
              <a:rPr lang="en-US" baseline="30000" dirty="0"/>
              <a:t>th </a:t>
            </a:r>
            <a:r>
              <a:rPr lang="en-US" dirty="0"/>
              <a:t>		Stream: Science 		Age : 17		Gender (M/F):  M</a:t>
            </a:r>
          </a:p>
          <a:p>
            <a:r>
              <a:rPr lang="en-US" b="1" dirty="0">
                <a:solidFill>
                  <a:schemeClr val="tx2">
                    <a:lumMod val="75000"/>
                  </a:schemeClr>
                </a:solidFill>
              </a:rPr>
              <a:t>Team Member 2 Name: Niyati Reddy E</a:t>
            </a:r>
          </a:p>
          <a:p>
            <a:r>
              <a:rPr lang="en-US" dirty="0"/>
              <a:t>Class: 12</a:t>
            </a:r>
            <a:r>
              <a:rPr lang="en-US" baseline="30000" dirty="0"/>
              <a:t>th </a:t>
            </a:r>
            <a:r>
              <a:rPr lang="en-US" dirty="0"/>
              <a:t>		Stream: Science 		Age : 18		Gender (M/F):  F</a:t>
            </a:r>
          </a:p>
          <a:p>
            <a:endParaRPr lang="en-US" b="1" dirty="0">
              <a:solidFill>
                <a:schemeClr val="accent4">
                  <a:lumMod val="75000"/>
                </a:schemeClr>
              </a:solidFill>
            </a:endParaRPr>
          </a:p>
          <a:p>
            <a:r>
              <a:rPr lang="en-US" b="1" dirty="0">
                <a:solidFill>
                  <a:schemeClr val="accent4">
                    <a:lumMod val="75000"/>
                  </a:schemeClr>
                </a:solidFill>
              </a:rPr>
              <a:t>Team Mentor 1 Name: Varsha Vijay</a:t>
            </a:r>
          </a:p>
          <a:p>
            <a:r>
              <a:rPr lang="en-US" dirty="0"/>
              <a:t>Category :Academic                     Expertise (AI/ML/Blockchain etc.): AI		 Domain Experience (in </a:t>
            </a:r>
            <a:r>
              <a:rPr lang="en-US"/>
              <a:t>years):9.5    </a:t>
            </a:r>
            <a:endParaRPr lang="en-US" dirty="0"/>
          </a:p>
        </p:txBody>
      </p:sp>
    </p:spTree>
    <p:extLst>
      <p:ext uri="{BB962C8B-B14F-4D97-AF65-F5344CB8AC3E}">
        <p14:creationId xmlns:p14="http://schemas.microsoft.com/office/powerpoint/2010/main" val="1921691557"/>
      </p:ext>
    </p:extLst>
  </p:cSld>
  <p:clrMapOvr>
    <a:masterClrMapping/>
  </p:clrMapOvr>
</p:sld>
</file>

<file path=ppt/theme/theme1.xml><?xml version="1.0" encoding="utf-8"?>
<a:theme xmlns:a="http://schemas.openxmlformats.org/drawingml/2006/main" name="Theme1">
  <a:themeElements>
    <a:clrScheme name="Swiss">
      <a:dk1>
        <a:srgbClr val="000000"/>
      </a:dk1>
      <a:lt1>
        <a:srgbClr val="FFFFFF"/>
      </a:lt1>
      <a:dk2>
        <a:srgbClr val="E4E4E4"/>
      </a:dk2>
      <a:lt2>
        <a:srgbClr val="7CA655"/>
      </a:lt2>
      <a:accent1>
        <a:srgbClr val="A9D4DB"/>
      </a:accent1>
      <a:accent2>
        <a:srgbClr val="FBE284"/>
      </a:accent2>
      <a:accent3>
        <a:srgbClr val="4495A2"/>
      </a:accent3>
      <a:accent4>
        <a:srgbClr val="AA5881"/>
      </a:accent4>
      <a:accent5>
        <a:srgbClr val="E06742"/>
      </a:accent5>
      <a:accent6>
        <a:srgbClr val="F9D448"/>
      </a:accent6>
      <a:hlink>
        <a:srgbClr val="4495A2"/>
      </a:hlink>
      <a:folHlink>
        <a:srgbClr val="AA5881"/>
      </a:folHlink>
    </a:clrScheme>
    <a:fontScheme name="Custom 175">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wissPresentation C_Win32_MW_JS_SL_v2.potx" id="{230A82CA-9023-4220-9E5B-0E652CF31B20}" vid="{96196EC2-C392-482E-BF29-9BD12A62668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9EC1AB0-9704-404D-B6D3-819D938AC55B}">
  <ds:schemaRefs>
    <ds:schemaRef ds:uri="http://schemas.microsoft.com/office/2006/metadata/properties"/>
    <ds:schemaRef ds:uri="http://schemas.microsoft.com/office/infopath/2007/PartnerControls"/>
    <ds:schemaRef ds:uri="http://www.w3.org/XML/1998/namespace"/>
    <ds:schemaRef ds:uri="http://schemas.microsoft.com/office/2006/documentManagement/types"/>
    <ds:schemaRef ds:uri="http://purl.org/dc/elements/1.1/"/>
    <ds:schemaRef ds:uri="http://schemas.openxmlformats.org/package/2006/metadata/core-properties"/>
    <ds:schemaRef ds:uri="16c05727-aa75-4e4a-9b5f-8a80a1165891"/>
    <ds:schemaRef ds:uri="71af3243-3dd4-4a8d-8c0d-dd76da1f02a5"/>
    <ds:schemaRef ds:uri="http://purl.org/dc/dcmitype/"/>
    <ds:schemaRef ds:uri="http://purl.org/dc/terms/"/>
  </ds:schemaRefs>
</ds:datastoreItem>
</file>

<file path=customXml/itemProps2.xml><?xml version="1.0" encoding="utf-8"?>
<ds:datastoreItem xmlns:ds="http://schemas.openxmlformats.org/officeDocument/2006/customXml" ds:itemID="{94F21D10-BD83-491A-AAA6-945C2DB1EB0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1D20B6E4-879E-4E6C-BDE7-261540CD376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tf78853419_win32 (1)</Template>
  <TotalTime>705</TotalTime>
  <Words>617</Words>
  <Application>Microsoft Office PowerPoint</Application>
  <PresentationFormat>Widescreen</PresentationFormat>
  <Paragraphs>60</Paragraphs>
  <Slides>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vt:i4>
      </vt:variant>
    </vt:vector>
  </HeadingPairs>
  <TitlesOfParts>
    <vt:vector size="10" baseType="lpstr">
      <vt:lpstr>Arial</vt:lpstr>
      <vt:lpstr>Calibri</vt:lpstr>
      <vt:lpstr>Franklin Gothic Book</vt:lpstr>
      <vt:lpstr>Franklin Gothic Demi</vt:lpstr>
      <vt:lpstr>Wingdings</vt:lpstr>
      <vt:lpstr>Theme1</vt:lpstr>
      <vt:lpstr>Basic Details of the Team and Problem Statement</vt:lpstr>
      <vt:lpstr>Idea/Approach Details</vt:lpstr>
      <vt:lpstr>Idea/Approach Details</vt:lpstr>
      <vt:lpstr>Team Member Details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Basic Details of the              Team and Problem     Statement</dc:title>
  <dc:creator>Sarim Moin</dc:creator>
  <cp:lastModifiedBy>Aadithya Nair</cp:lastModifiedBy>
  <cp:revision>16</cp:revision>
  <dcterms:created xsi:type="dcterms:W3CDTF">2022-02-11T07:14:46Z</dcterms:created>
  <dcterms:modified xsi:type="dcterms:W3CDTF">2023-10-30T16:42:36Z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